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4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9" r:id="rId2"/>
    <p:sldMasterId id="2147483701" r:id="rId3"/>
    <p:sldMasterId id="2147483733" r:id="rId4"/>
    <p:sldMasterId id="2147483771" r:id="rId5"/>
  </p:sldMasterIdLst>
  <p:notesMasterIdLst>
    <p:notesMasterId r:id="rId17"/>
  </p:notesMasterIdLst>
  <p:sldIdLst>
    <p:sldId id="366" r:id="rId6"/>
    <p:sldId id="1194" r:id="rId7"/>
    <p:sldId id="1013" r:id="rId8"/>
    <p:sldId id="2147483056" r:id="rId9"/>
    <p:sldId id="2147483053" r:id="rId10"/>
    <p:sldId id="2147483055" r:id="rId11"/>
    <p:sldId id="1196" r:id="rId12"/>
    <p:sldId id="2147483051" r:id="rId13"/>
    <p:sldId id="1195" r:id="rId14"/>
    <p:sldId id="2147483052" r:id="rId15"/>
    <p:sldId id="33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87D2C-56DF-B94D-9F47-BAE4E1FC9D5F}" v="10" dt="2026-06-23T05:20:19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4"/>
    <p:restoredTop sz="94694"/>
  </p:normalViewPr>
  <p:slideViewPr>
    <p:cSldViewPr snapToGrid="0" snapToObjects="1">
      <p:cViewPr varScale="1">
        <p:scale>
          <a:sx n="157" d="100"/>
          <a:sy n="157" d="100"/>
        </p:scale>
        <p:origin x="3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bo Rao (werao)" userId="8362c3ea-d2ca-4719-8f6c-e826d20f37d1" providerId="ADAL" clId="{95C7EBB9-4AF5-58FD-86FF-2479EE197FB3}"/>
    <pc:docChg chg="undo custSel addSld delSld modSld">
      <pc:chgData name="Weibo Rao (werao)" userId="8362c3ea-d2ca-4719-8f6c-e826d20f37d1" providerId="ADAL" clId="{95C7EBB9-4AF5-58FD-86FF-2479EE197FB3}" dt="2026-06-24T00:26:15.983" v="1920" actId="403"/>
      <pc:docMkLst>
        <pc:docMk/>
      </pc:docMkLst>
      <pc:sldChg chg="addSp modSp mod">
        <pc:chgData name="Weibo Rao (werao)" userId="8362c3ea-d2ca-4719-8f6c-e826d20f37d1" providerId="ADAL" clId="{95C7EBB9-4AF5-58FD-86FF-2479EE197FB3}" dt="2026-06-23T03:52:11.912" v="39" actId="1076"/>
        <pc:sldMkLst>
          <pc:docMk/>
          <pc:sldMk cId="1298195202" sldId="1013"/>
        </pc:sldMkLst>
        <pc:spChg chg="add mod">
          <ac:chgData name="Weibo Rao (werao)" userId="8362c3ea-d2ca-4719-8f6c-e826d20f37d1" providerId="ADAL" clId="{95C7EBB9-4AF5-58FD-86FF-2479EE197FB3}" dt="2026-06-23T03:51:23.795" v="26" actId="122"/>
          <ac:spMkLst>
            <pc:docMk/>
            <pc:sldMk cId="1298195202" sldId="1013"/>
            <ac:spMk id="12" creationId="{EAE77B2D-E7B5-9C65-8CFD-C0498CD91AD4}"/>
          </ac:spMkLst>
        </pc:spChg>
        <pc:spChg chg="mod">
          <ac:chgData name="Weibo Rao (werao)" userId="8362c3ea-d2ca-4719-8f6c-e826d20f37d1" providerId="ADAL" clId="{95C7EBB9-4AF5-58FD-86FF-2479EE197FB3}" dt="2026-06-23T03:52:11.912" v="39" actId="1076"/>
          <ac:spMkLst>
            <pc:docMk/>
            <pc:sldMk cId="1298195202" sldId="1013"/>
            <ac:spMk id="22" creationId="{3C7AF5D5-005F-F64E-2775-E3C587C327AA}"/>
          </ac:spMkLst>
        </pc:spChg>
        <pc:spChg chg="add mod">
          <ac:chgData name="Weibo Rao (werao)" userId="8362c3ea-d2ca-4719-8f6c-e826d20f37d1" providerId="ADAL" clId="{95C7EBB9-4AF5-58FD-86FF-2479EE197FB3}" dt="2026-06-23T03:52:08.273" v="38" actId="571"/>
          <ac:spMkLst>
            <pc:docMk/>
            <pc:sldMk cId="1298195202" sldId="1013"/>
            <ac:spMk id="39" creationId="{C60C733A-E69B-4090-F748-12FB324D31BE}"/>
          </ac:spMkLst>
        </pc:spChg>
        <pc:spChg chg="mod">
          <ac:chgData name="Weibo Rao (werao)" userId="8362c3ea-d2ca-4719-8f6c-e826d20f37d1" providerId="ADAL" clId="{95C7EBB9-4AF5-58FD-86FF-2479EE197FB3}" dt="2026-06-23T03:50:56.526" v="0" actId="14100"/>
          <ac:spMkLst>
            <pc:docMk/>
            <pc:sldMk cId="1298195202" sldId="1013"/>
            <ac:spMk id="222" creationId="{FDCC09BF-833E-E2BB-2FFE-34CBB87A89FD}"/>
          </ac:spMkLst>
        </pc:spChg>
        <pc:picChg chg="add mod">
          <ac:chgData name="Weibo Rao (werao)" userId="8362c3ea-d2ca-4719-8f6c-e826d20f37d1" providerId="ADAL" clId="{95C7EBB9-4AF5-58FD-86FF-2479EE197FB3}" dt="2026-06-23T03:51:03.645" v="1" actId="571"/>
          <ac:picMkLst>
            <pc:docMk/>
            <pc:sldMk cId="1298195202" sldId="1013"/>
            <ac:picMk id="10" creationId="{D6A129A9-B067-BF67-47EB-CD3266610043}"/>
          </ac:picMkLst>
        </pc:picChg>
        <pc:picChg chg="add mod">
          <ac:chgData name="Weibo Rao (werao)" userId="8362c3ea-d2ca-4719-8f6c-e826d20f37d1" providerId="ADAL" clId="{95C7EBB9-4AF5-58FD-86FF-2479EE197FB3}" dt="2026-06-23T03:51:03.645" v="1" actId="571"/>
          <ac:picMkLst>
            <pc:docMk/>
            <pc:sldMk cId="1298195202" sldId="1013"/>
            <ac:picMk id="11" creationId="{034780CA-6D1C-539F-DEAB-CDA2F9722657}"/>
          </ac:picMkLst>
        </pc:picChg>
        <pc:cxnChg chg="add mod">
          <ac:chgData name="Weibo Rao (werao)" userId="8362c3ea-d2ca-4719-8f6c-e826d20f37d1" providerId="ADAL" clId="{95C7EBB9-4AF5-58FD-86FF-2479EE197FB3}" dt="2026-06-23T03:51:03.645" v="1" actId="571"/>
          <ac:cxnSpMkLst>
            <pc:docMk/>
            <pc:sldMk cId="1298195202" sldId="1013"/>
            <ac:cxnSpMk id="5" creationId="{43FB0537-72F0-5266-85D3-011714766779}"/>
          </ac:cxnSpMkLst>
        </pc:cxnChg>
        <pc:cxnChg chg="add mod">
          <ac:chgData name="Weibo Rao (werao)" userId="8362c3ea-d2ca-4719-8f6c-e826d20f37d1" providerId="ADAL" clId="{95C7EBB9-4AF5-58FD-86FF-2479EE197FB3}" dt="2026-06-23T03:51:47.302" v="33" actId="1076"/>
          <ac:cxnSpMkLst>
            <pc:docMk/>
            <pc:sldMk cId="1298195202" sldId="1013"/>
            <ac:cxnSpMk id="14" creationId="{790BA5C9-A154-6640-6836-5A3EF782DDA5}"/>
          </ac:cxnSpMkLst>
        </pc:cxnChg>
        <pc:cxnChg chg="add mod">
          <ac:chgData name="Weibo Rao (werao)" userId="8362c3ea-d2ca-4719-8f6c-e826d20f37d1" providerId="ADAL" clId="{95C7EBB9-4AF5-58FD-86FF-2479EE197FB3}" dt="2026-06-23T03:51:58.953" v="36" actId="14100"/>
          <ac:cxnSpMkLst>
            <pc:docMk/>
            <pc:sldMk cId="1298195202" sldId="1013"/>
            <ac:cxnSpMk id="17" creationId="{182BCF29-8127-93D2-D771-C982056F50FF}"/>
          </ac:cxnSpMkLst>
        </pc:cxnChg>
        <pc:cxnChg chg="mod">
          <ac:chgData name="Weibo Rao (werao)" userId="8362c3ea-d2ca-4719-8f6c-e826d20f37d1" providerId="ADAL" clId="{95C7EBB9-4AF5-58FD-86FF-2479EE197FB3}" dt="2026-06-23T03:51:32.737" v="28" actId="14100"/>
          <ac:cxnSpMkLst>
            <pc:docMk/>
            <pc:sldMk cId="1298195202" sldId="1013"/>
            <ac:cxnSpMk id="243" creationId="{CF72622B-8116-AA4E-41E0-C51BFAC10B24}"/>
          </ac:cxnSpMkLst>
        </pc:cxnChg>
      </pc:sldChg>
      <pc:sldChg chg="modSp mod">
        <pc:chgData name="Weibo Rao (werao)" userId="8362c3ea-d2ca-4719-8f6c-e826d20f37d1" providerId="ADAL" clId="{95C7EBB9-4AF5-58FD-86FF-2479EE197FB3}" dt="2026-06-23T04:22:57.842" v="779" actId="20577"/>
        <pc:sldMkLst>
          <pc:docMk/>
          <pc:sldMk cId="2281679293" sldId="1194"/>
        </pc:sldMkLst>
        <pc:spChg chg="mod">
          <ac:chgData name="Weibo Rao (werao)" userId="8362c3ea-d2ca-4719-8f6c-e826d20f37d1" providerId="ADAL" clId="{95C7EBB9-4AF5-58FD-86FF-2479EE197FB3}" dt="2026-06-23T04:22:57.842" v="779" actId="20577"/>
          <ac:spMkLst>
            <pc:docMk/>
            <pc:sldMk cId="2281679293" sldId="1194"/>
            <ac:spMk id="3" creationId="{3FB4234A-02FD-D846-A3ED-B1ABFA64D50E}"/>
          </ac:spMkLst>
        </pc:spChg>
      </pc:sldChg>
      <pc:sldChg chg="modSp mod">
        <pc:chgData name="Weibo Rao (werao)" userId="8362c3ea-d2ca-4719-8f6c-e826d20f37d1" providerId="ADAL" clId="{95C7EBB9-4AF5-58FD-86FF-2479EE197FB3}" dt="2026-06-23T05:26:03.201" v="1919" actId="20577"/>
        <pc:sldMkLst>
          <pc:docMk/>
          <pc:sldMk cId="3340438061" sldId="1195"/>
        </pc:sldMkLst>
        <pc:spChg chg="mod">
          <ac:chgData name="Weibo Rao (werao)" userId="8362c3ea-d2ca-4719-8f6c-e826d20f37d1" providerId="ADAL" clId="{95C7EBB9-4AF5-58FD-86FF-2479EE197FB3}" dt="2026-06-23T05:26:03.201" v="1919" actId="20577"/>
          <ac:spMkLst>
            <pc:docMk/>
            <pc:sldMk cId="3340438061" sldId="1195"/>
            <ac:spMk id="3" creationId="{5B95B641-074F-5348-8374-20AB2F10E191}"/>
          </ac:spMkLst>
        </pc:spChg>
      </pc:sldChg>
      <pc:sldChg chg="modSp mod">
        <pc:chgData name="Weibo Rao (werao)" userId="8362c3ea-d2ca-4719-8f6c-e826d20f37d1" providerId="ADAL" clId="{95C7EBB9-4AF5-58FD-86FF-2479EE197FB3}" dt="2026-06-23T04:09:56.252" v="117" actId="20577"/>
        <pc:sldMkLst>
          <pc:docMk/>
          <pc:sldMk cId="2760590596" sldId="1196"/>
        </pc:sldMkLst>
        <pc:spChg chg="mod">
          <ac:chgData name="Weibo Rao (werao)" userId="8362c3ea-d2ca-4719-8f6c-e826d20f37d1" providerId="ADAL" clId="{95C7EBB9-4AF5-58FD-86FF-2479EE197FB3}" dt="2026-06-23T04:09:56.252" v="117" actId="20577"/>
          <ac:spMkLst>
            <pc:docMk/>
            <pc:sldMk cId="2760590596" sldId="1196"/>
            <ac:spMk id="3" creationId="{3FB4234A-02FD-D846-A3ED-B1ABFA64D50E}"/>
          </ac:spMkLst>
        </pc:spChg>
      </pc:sldChg>
      <pc:sldChg chg="modSp mod">
        <pc:chgData name="Weibo Rao (werao)" userId="8362c3ea-d2ca-4719-8f6c-e826d20f37d1" providerId="ADAL" clId="{95C7EBB9-4AF5-58FD-86FF-2479EE197FB3}" dt="2026-06-24T00:26:15.983" v="1920" actId="403"/>
        <pc:sldMkLst>
          <pc:docMk/>
          <pc:sldMk cId="1430422997" sldId="2147483052"/>
        </pc:sldMkLst>
        <pc:spChg chg="mod">
          <ac:chgData name="Weibo Rao (werao)" userId="8362c3ea-d2ca-4719-8f6c-e826d20f37d1" providerId="ADAL" clId="{95C7EBB9-4AF5-58FD-86FF-2479EE197FB3}" dt="2026-06-24T00:26:15.983" v="1920" actId="403"/>
          <ac:spMkLst>
            <pc:docMk/>
            <pc:sldMk cId="1430422997" sldId="2147483052"/>
            <ac:spMk id="3" creationId="{0E6DB397-05B6-F634-0001-6F8122DBF14B}"/>
          </ac:spMkLst>
        </pc:spChg>
      </pc:sldChg>
      <pc:sldChg chg="modSp mod">
        <pc:chgData name="Weibo Rao (werao)" userId="8362c3ea-d2ca-4719-8f6c-e826d20f37d1" providerId="ADAL" clId="{95C7EBB9-4AF5-58FD-86FF-2479EE197FB3}" dt="2026-06-23T04:02:51.478" v="45" actId="20577"/>
        <pc:sldMkLst>
          <pc:docMk/>
          <pc:sldMk cId="1766079015" sldId="2147483053"/>
        </pc:sldMkLst>
        <pc:spChg chg="mod">
          <ac:chgData name="Weibo Rao (werao)" userId="8362c3ea-d2ca-4719-8f6c-e826d20f37d1" providerId="ADAL" clId="{95C7EBB9-4AF5-58FD-86FF-2479EE197FB3}" dt="2026-06-23T04:02:51.478" v="45" actId="20577"/>
          <ac:spMkLst>
            <pc:docMk/>
            <pc:sldMk cId="1766079015" sldId="2147483053"/>
            <ac:spMk id="24" creationId="{70E2EDDD-C3A3-DB9F-7DC5-B904F6152182}"/>
          </ac:spMkLst>
        </pc:spChg>
      </pc:sldChg>
      <pc:sldChg chg="del">
        <pc:chgData name="Weibo Rao (werao)" userId="8362c3ea-d2ca-4719-8f6c-e826d20f37d1" providerId="ADAL" clId="{95C7EBB9-4AF5-58FD-86FF-2479EE197FB3}" dt="2026-06-23T03:53:23.187" v="43" actId="2696"/>
        <pc:sldMkLst>
          <pc:docMk/>
          <pc:sldMk cId="374872172" sldId="2147483054"/>
        </pc:sldMkLst>
      </pc:sldChg>
      <pc:sldChg chg="modSp mod">
        <pc:chgData name="Weibo Rao (werao)" userId="8362c3ea-d2ca-4719-8f6c-e826d20f37d1" providerId="ADAL" clId="{95C7EBB9-4AF5-58FD-86FF-2479EE197FB3}" dt="2026-06-23T04:00:04.672" v="44" actId="20577"/>
        <pc:sldMkLst>
          <pc:docMk/>
          <pc:sldMk cId="2354573363" sldId="2147483055"/>
        </pc:sldMkLst>
        <pc:spChg chg="mod">
          <ac:chgData name="Weibo Rao (werao)" userId="8362c3ea-d2ca-4719-8f6c-e826d20f37d1" providerId="ADAL" clId="{95C7EBB9-4AF5-58FD-86FF-2479EE197FB3}" dt="2026-06-23T04:00:04.672" v="44" actId="20577"/>
          <ac:spMkLst>
            <pc:docMk/>
            <pc:sldMk cId="2354573363" sldId="2147483055"/>
            <ac:spMk id="24" creationId="{7B4E5906-1967-3435-5F74-754B15AAEEA2}"/>
          </ac:spMkLst>
        </pc:spChg>
      </pc:sldChg>
      <pc:sldChg chg="addSp modSp add">
        <pc:chgData name="Weibo Rao (werao)" userId="8362c3ea-d2ca-4719-8f6c-e826d20f37d1" providerId="ADAL" clId="{95C7EBB9-4AF5-58FD-86FF-2479EE197FB3}" dt="2026-06-23T03:53:12.325" v="42"/>
        <pc:sldMkLst>
          <pc:docMk/>
          <pc:sldMk cId="2791509389" sldId="2147483056"/>
        </pc:sldMkLst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13" creationId="{CBBCC686-B4FC-90A5-27E5-C1FB87231D75}"/>
          </ac:spMkLst>
        </pc:spChg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15" creationId="{CE6872BF-94E4-5C3F-F7A7-76710700900B}"/>
          </ac:spMkLst>
        </pc:spChg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16" creationId="{0FB666AC-47D0-CDFA-64F3-2611AA08BF41}"/>
          </ac:spMkLst>
        </pc:spChg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18" creationId="{8874C650-D032-29BA-809C-65648F34A62F}"/>
          </ac:spMkLst>
        </pc:spChg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19" creationId="{00E2E806-405B-CB64-326A-8476A9FDF353}"/>
          </ac:spMkLst>
        </pc:spChg>
        <pc:spChg chg="add mod">
          <ac:chgData name="Weibo Rao (werao)" userId="8362c3ea-d2ca-4719-8f6c-e826d20f37d1" providerId="ADAL" clId="{95C7EBB9-4AF5-58FD-86FF-2479EE197FB3}" dt="2026-06-23T03:53:00.249" v="41"/>
          <ac:spMkLst>
            <pc:docMk/>
            <pc:sldMk cId="2791509389" sldId="2147483056"/>
            <ac:spMk id="39" creationId="{F2FE7E78-6231-8805-2C38-BCD3BA910245}"/>
          </ac:spMkLst>
        </pc:spChg>
        <pc:spChg chg="mod">
          <ac:chgData name="Weibo Rao (werao)" userId="8362c3ea-d2ca-4719-8f6c-e826d20f37d1" providerId="ADAL" clId="{95C7EBB9-4AF5-58FD-86FF-2479EE197FB3}" dt="2026-06-23T03:53:12.325" v="42"/>
          <ac:spMkLst>
            <pc:docMk/>
            <pc:sldMk cId="2791509389" sldId="2147483056"/>
            <ac:spMk id="342" creationId="{FF6C2751-5F1D-B9F9-1AAE-A7A7D0FE8A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5BCA2-7F28-2144-9569-3B2896D2BD56}" type="datetimeFigureOut">
              <a:rPr kumimoji="1" lang="zh-CN" altLang="en-US" smtClean="0"/>
              <a:t>2026/6/24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92D35-7CE4-7E48-A23D-8A2DC71512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94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Cisco was named after one of our great cities, San Francisco.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And for their logo, they chose the Golden Gate Bridge because it was emblematic of what the company would do. Just as the bridge spans a body of water, Cisco’s promise was to securely connect people, places, ideas, and things across a network.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</a:endParaRPr>
          </a:p>
          <a:p>
            <a:r>
              <a:rPr lang="en-US" altLang="zh-CN" dirty="0"/>
              <a:t>Between every problem and its solution, every question and its answer…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298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F9A1-8593-2F9F-BBF1-B487319C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C8D3B-4D28-075F-79CA-C1F25BF2F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68B37-33AE-E52A-C851-0122016F4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B02F1-02A4-A625-40E8-4027BEBD9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CDDC78-065E-BE48-AB50-03C9882AAD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29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364F7-FBC3-886E-2847-42655730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C14C9-52D2-CC75-3ABC-760E6C513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8CFD5-94E2-7543-2BB1-62CD34DA3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A2C51-2E7F-C9AC-27A8-5D9D08979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CDDC78-065E-BE48-AB50-03C9882AAD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441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9E3EF-7728-464C-BD3E-844BC429B6E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Cisco Live 2014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A9AE4B9-9963-4EDA-8B48-8AF20B67FFF7}" type="datetime1">
              <a:rPr lang="en-US" smtClean="0"/>
              <a:pPr/>
              <a:t>6/24/26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n-lt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 dirty="0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 Goes Here</a:t>
            </a:r>
            <a:endParaRPr lang="en-US" dirty="0"/>
          </a:p>
        </p:txBody>
      </p:sp>
      <p:sp>
        <p:nvSpPr>
          <p:cNvPr id="6" name="Freeform 6"/>
          <p:cNvSpPr>
            <a:spLocks noChangeAspect="1" noEditPoints="1"/>
          </p:cNvSpPr>
          <p:nvPr userDrawn="1"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82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>
                    <a:lumMod val="75000"/>
                  </a:schemeClr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1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bg1">
                    <a:lumMod val="75000"/>
                  </a:schemeClr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33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tx2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51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5233661"/>
            <a:ext cx="10852149" cy="663195"/>
          </a:xfrm>
          <a:prstGeom prst="rect">
            <a:avLst/>
          </a:prstGeom>
          <a:noFill/>
        </p:spPr>
        <p:txBody>
          <a:bodyPr wrap="square" lIns="182880" tIns="91440" rIns="182880" bIns="9144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>
              <a:lnSpc>
                <a:spcPts val="3867"/>
              </a:lnSpc>
              <a:spcBef>
                <a:spcPts val="0"/>
              </a:spcBef>
              <a:buNone/>
              <a:defRPr sz="32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912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401551" cy="3790949"/>
          </a:xfrm>
          <a:prstGeom prst="rect">
            <a:avLst/>
          </a:prstGeom>
          <a:solidFill>
            <a:schemeClr val="bg2"/>
          </a:solidFill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786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1474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2426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  <a:solidFill>
            <a:schemeClr val="bg2"/>
          </a:solidFill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0029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12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11199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41155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525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291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74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icon to add table</a:t>
            </a:r>
            <a:endParaRPr lang="en-GB" noProof="0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649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711200" y="1602318"/>
            <a:ext cx="10820400" cy="374438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chart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907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2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54107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/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/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/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/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1496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/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/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/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/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005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7360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alf_Pag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tx2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541231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3514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305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alf_Page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392911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9115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986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0086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3327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Freeform 6"/>
          <p:cNvSpPr>
            <a:spLocks noChangeAspect="1" noEditPoints="1"/>
          </p:cNvSpPr>
          <p:nvPr userDrawn="1"/>
        </p:nvSpPr>
        <p:spPr bwMode="auto">
          <a:xfrm>
            <a:off x="5017326" y="2838769"/>
            <a:ext cx="2157349" cy="1146095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12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80787" y="6518494"/>
            <a:ext cx="511213" cy="366183"/>
          </a:xfrm>
          <a:prstGeom prst="rect">
            <a:avLst/>
          </a:prstGeom>
        </p:spPr>
        <p:txBody>
          <a:bodyPr vert="horz" lIns="121843" tIns="60921" rIns="121843" bIns="60921" rtlCol="0" anchor="ctr"/>
          <a:lstStyle>
            <a:lvl1pPr marL="0" algn="ctr" defTabSz="610397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45D0FD-48F1-4D72-80C5-FFB60B92A834}" type="slidenum">
              <a:rPr>
                <a:solidFill>
                  <a:srgbClr val="595959"/>
                </a:solidFill>
              </a:rPr>
              <a:pPr/>
              <a:t>‹#›</a:t>
            </a:fld>
            <a:endParaRPr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43796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C:\Users\Kirk Travel\Dropbox\Cisco Live 2014\From Rick\JPGs 125dpi Images\125dpi Image-06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-1083" y="0"/>
            <a:ext cx="1219416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46741" y="598450"/>
            <a:ext cx="950383" cy="50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43426" y="6151037"/>
            <a:ext cx="1386983" cy="46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917" y="2846419"/>
            <a:ext cx="3325284" cy="114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0694694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3" y="432215"/>
            <a:ext cx="11441231" cy="838200"/>
          </a:xfrm>
        </p:spPr>
        <p:txBody>
          <a:bodyPr/>
          <a:lstStyle>
            <a:lvl1pPr algn="l" defTabSz="9143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0976" y="1344168"/>
            <a:ext cx="11427883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2300"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2pPr>
            <a:lvl3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4pPr>
            <a:lvl5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7081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ullet n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3" y="432215"/>
            <a:ext cx="11441231" cy="838200"/>
          </a:xfrm>
        </p:spPr>
        <p:txBody>
          <a:bodyPr/>
          <a:lstStyle>
            <a:lvl1pPr algn="l" defTabSz="9143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0976" y="1344168"/>
            <a:ext cx="11427883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buClr>
                <a:srgbClr val="3F4B4D"/>
              </a:buClr>
              <a:defRPr sz="2300"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2pPr>
            <a:lvl3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4pPr>
            <a:lvl5pPr>
              <a:defRPr baseline="0">
                <a:solidFill>
                  <a:srgbClr val="435153"/>
                </a:solidFill>
                <a:latin typeface="+mj-lt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ltGray">
          <a:xfrm>
            <a:off x="354225" y="6570869"/>
            <a:ext cx="4560687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6" tIns="41057" rIns="82116" bIns="41057" anchor="b" anchorCtr="0">
            <a:spAutoFit/>
          </a:bodyPr>
          <a:lstStyle/>
          <a:p>
            <a:pPr defTabSz="814298"/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© 2013 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思科和</a:t>
            </a:r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或其附属公司。版权所有。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909293" y="6569135"/>
            <a:ext cx="524908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思科机密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11565382" y="6565031"/>
            <a:ext cx="276444" cy="190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fld id="{DFCF27A5-1A5B-48D3-A060-2758FFBB1ADD}" type="slidenum">
              <a:rPr lang="en-US" sz="700">
                <a:solidFill>
                  <a:srgbClr val="C0C0C0"/>
                </a:solidFill>
                <a:ea typeface="黑体" panose="02010609060101010101" pitchFamily="49" charset="-122"/>
              </a:rPr>
              <a:pPr algn="r" defTabSz="814298"/>
              <a:t>‹#›</a:t>
            </a:fld>
            <a:endParaRPr lang="zh-CN" altLang="en-US" sz="700" dirty="0">
              <a:solidFill>
                <a:srgbClr val="C0C0C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1508963"/>
      </p:ext>
    </p:extLst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green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6933" y="0"/>
            <a:ext cx="12208933" cy="6858000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90" y="3060489"/>
            <a:ext cx="1569644" cy="646325"/>
          </a:xfrm>
          <a:prstGeom prst="rect">
            <a:avLst/>
          </a:prstGeom>
          <a:noFill/>
        </p:spPr>
        <p:txBody>
          <a:bodyPr wrap="none" lIns="91432" tIns="45717" rIns="91432" bIns="45717" rtlCol="0">
            <a:spAutoFit/>
          </a:bodyPr>
          <a:lstStyle/>
          <a:p>
            <a:pPr defTabSz="914300"/>
            <a:r>
              <a:rPr lang="zh-CN" altLang="en-US" sz="3600" dirty="0">
                <a:solidFill>
                  <a:srgbClr val="FFFFFF"/>
                </a:solidFill>
                <a:ea typeface="黑体" panose="02010609060101010101" pitchFamily="49" charset="-122"/>
              </a:rPr>
              <a:t>谢谢。</a:t>
            </a: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black">
          <a:xfrm>
            <a:off x="8411549" y="3708605"/>
            <a:ext cx="116647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1" name="Freeform 20"/>
          <p:cNvSpPr>
            <a:spLocks/>
          </p:cNvSpPr>
          <p:nvPr userDrawn="1"/>
        </p:nvSpPr>
        <p:spPr bwMode="black">
          <a:xfrm>
            <a:off x="9091082" y="3697607"/>
            <a:ext cx="337729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black">
          <a:xfrm>
            <a:off x="7923268" y="3697607"/>
            <a:ext cx="337729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9550879" y="3697607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4" name="Freeform 23"/>
          <p:cNvSpPr>
            <a:spLocks/>
          </p:cNvSpPr>
          <p:nvPr userDrawn="1"/>
        </p:nvSpPr>
        <p:spPr bwMode="black">
          <a:xfrm>
            <a:off x="8678750" y="3697607"/>
            <a:ext cx="302465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5" name="Freeform 24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6" name="Freeform 25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black">
          <a:xfrm>
            <a:off x="8301687" y="2720826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8" name="Freeform 27"/>
          <p:cNvSpPr>
            <a:spLocks/>
          </p:cNvSpPr>
          <p:nvPr userDrawn="1"/>
        </p:nvSpPr>
        <p:spPr bwMode="black">
          <a:xfrm>
            <a:off x="8609576" y="2930183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black">
          <a:xfrm>
            <a:off x="8910685" y="3082445"/>
            <a:ext cx="116647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30" name="Freeform 29"/>
          <p:cNvSpPr>
            <a:spLocks/>
          </p:cNvSpPr>
          <p:nvPr userDrawn="1"/>
        </p:nvSpPr>
        <p:spPr bwMode="black">
          <a:xfrm>
            <a:off x="9218579" y="2930181"/>
            <a:ext cx="111220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black">
          <a:xfrm>
            <a:off x="9526471" y="2720826"/>
            <a:ext cx="111220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32" name="Freeform 31"/>
          <p:cNvSpPr>
            <a:spLocks/>
          </p:cNvSpPr>
          <p:nvPr userDrawn="1"/>
        </p:nvSpPr>
        <p:spPr bwMode="black">
          <a:xfrm>
            <a:off x="9828934" y="2930181"/>
            <a:ext cx="111220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  <p:sp>
        <p:nvSpPr>
          <p:cNvPr id="33" name="Freeform 32"/>
          <p:cNvSpPr>
            <a:spLocks/>
          </p:cNvSpPr>
          <p:nvPr userDrawn="1"/>
        </p:nvSpPr>
        <p:spPr bwMode="black">
          <a:xfrm>
            <a:off x="10136826" y="3082445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lIns="91432" tIns="45717" rIns="91432" bIns="45717"/>
          <a:lstStyle/>
          <a:p>
            <a:pPr defTabSz="914300"/>
            <a:endParaRPr lang="en-US" sz="1900">
              <a:solidFill>
                <a:srgbClr val="0096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4148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2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-animated gradient">
    <p:bg>
      <p:bgPr>
        <a:gradFill>
          <a:gsLst>
            <a:gs pos="0">
              <a:srgbClr val="049FD9"/>
            </a:gs>
            <a:gs pos="100000">
              <a:srgbClr val="004BAF">
                <a:alpha val="84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267" y="431801"/>
            <a:ext cx="1255184" cy="78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25995" y="5057599"/>
            <a:ext cx="11061895" cy="384175"/>
          </a:xfrm>
          <a:prstGeom prst="rect">
            <a:avLst/>
          </a:prstGeom>
        </p:spPr>
        <p:txBody>
          <a:bodyPr lIns="121872" tIns="60936" rIns="121872" bIns="60936" anchor="b" anchorCtr="0">
            <a:noAutofit/>
          </a:bodyPr>
          <a:lstStyle>
            <a:lvl1pPr marL="0" indent="0" algn="l">
              <a:buNone/>
              <a:defRPr sz="1900" b="0" i="0">
                <a:solidFill>
                  <a:srgbClr val="FFFFFE"/>
                </a:solidFill>
                <a:latin typeface="+mn-lt"/>
                <a:cs typeface="CiscoSans"/>
              </a:defRPr>
            </a:lvl1pPr>
            <a:lvl2pPr marL="457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625995" y="5377595"/>
            <a:ext cx="11061895" cy="384175"/>
          </a:xfrm>
          <a:prstGeom prst="rect">
            <a:avLst/>
          </a:prstGeom>
        </p:spPr>
        <p:txBody>
          <a:bodyPr lIns="121872" tIns="60936" rIns="121872" bIns="60936"/>
          <a:lstStyle>
            <a:lvl1pPr marL="0" indent="0" algn="l">
              <a:buFontTx/>
              <a:buNone/>
              <a:defRPr lang="en-US" sz="1900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625995" y="5697591"/>
            <a:ext cx="11061895" cy="384175"/>
          </a:xfrm>
          <a:prstGeom prst="rect">
            <a:avLst/>
          </a:prstGeom>
        </p:spPr>
        <p:txBody>
          <a:bodyPr lIns="121872" tIns="60936" rIns="121872" bIns="60936"/>
          <a:lstStyle>
            <a:lvl1pPr marL="0" indent="0" algn="l">
              <a:buFontTx/>
              <a:buNone/>
              <a:defRPr lang="en-US" sz="1900" b="0" i="0" kern="1200" dirty="0" smtClean="0">
                <a:solidFill>
                  <a:srgbClr val="FFFFFE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7723" y="4281951"/>
            <a:ext cx="11070167" cy="398668"/>
          </a:xfrm>
          <a:prstGeom prst="rect">
            <a:avLst/>
          </a:prstGeom>
        </p:spPr>
        <p:txBody>
          <a:bodyPr lIns="121872" tIns="60936" rIns="121872" bIns="60936"/>
          <a:lstStyle>
            <a:lvl1pPr marL="0" indent="0">
              <a:buFont typeface="Arial" panose="020B0604020202020204" pitchFamily="34" charset="0"/>
              <a:buNone/>
              <a:defRPr sz="2900" baseline="0">
                <a:solidFill>
                  <a:srgbClr val="FFFFFE"/>
                </a:solidFill>
                <a:latin typeface="+mj-lt"/>
              </a:defRPr>
            </a:lvl1pPr>
            <a:lvl2pPr marL="406294" indent="0">
              <a:buNone/>
              <a:defRPr/>
            </a:lvl2pPr>
            <a:lvl3pPr marL="569754" indent="0">
              <a:buNone/>
              <a:defRPr/>
            </a:lvl3pPr>
            <a:lvl4pPr marL="688788" indent="0">
              <a:buNone/>
              <a:defRPr/>
            </a:lvl4pPr>
            <a:lvl5pPr marL="80146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67688" y="3519969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900" b="0" i="0" spc="0" baseline="0">
                <a:solidFill>
                  <a:srgbClr val="FFFFFE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0196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10909293" y="6569135"/>
            <a:ext cx="524908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思科机密</a:t>
            </a: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ltGray">
          <a:xfrm>
            <a:off x="354225" y="6570869"/>
            <a:ext cx="4560687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6" tIns="41057" rIns="82116" bIns="41057" anchor="b" anchorCtr="0">
            <a:spAutoFit/>
          </a:bodyPr>
          <a:lstStyle/>
          <a:p>
            <a:pPr defTabSz="814298"/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© 2010 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思科和</a:t>
            </a:r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或其附属公司。版权所有。</a:t>
            </a:r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ltGray">
          <a:xfrm>
            <a:off x="11565382" y="6565031"/>
            <a:ext cx="276444" cy="190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fld id="{DFCF27A5-1A5B-48D3-A060-2758FFBB1ADD}" type="slidenum">
              <a:rPr lang="en-US" sz="700">
                <a:solidFill>
                  <a:srgbClr val="C0C0C0"/>
                </a:solidFill>
                <a:ea typeface="黑体" panose="02010609060101010101" pitchFamily="49" charset="-122"/>
              </a:rPr>
              <a:pPr algn="r" defTabSz="814298"/>
              <a:t>‹#›</a:t>
            </a:fld>
            <a:endParaRPr lang="zh-CN" altLang="en-US" sz="700" dirty="0">
              <a:solidFill>
                <a:srgbClr val="C0C0C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4898254"/>
      </p:ext>
    </p:extLst>
  </p:cSld>
  <p:clrMapOvr>
    <a:masterClrMapping/>
  </p:clrMapOvr>
  <p:transition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80787" y="6518494"/>
            <a:ext cx="511213" cy="366183"/>
          </a:xfrm>
          <a:prstGeom prst="rect">
            <a:avLst/>
          </a:prstGeom>
        </p:spPr>
        <p:txBody>
          <a:bodyPr vert="horz" lIns="121843" tIns="60921" rIns="121843" bIns="60921" rtlCol="0" anchor="ctr"/>
          <a:lstStyle>
            <a:lvl1pPr marL="0" algn="ctr" defTabSz="610397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45D0FD-48F1-4D72-80C5-FFB60B92A834}" type="slidenum">
              <a:rPr>
                <a:solidFill>
                  <a:srgbClr val="595959"/>
                </a:solidFill>
              </a:rPr>
              <a:pPr/>
              <a:t>‹#›</a:t>
            </a:fld>
            <a:endParaRPr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7317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4 Heavy Graphics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white">
          <a:xfrm>
            <a:off x="0" y="0"/>
            <a:ext cx="12192000" cy="381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rtlCol="0" anchor="ctr"/>
          <a:lstStyle/>
          <a:p>
            <a:pPr algn="ctr" defTabSz="514054"/>
            <a:endParaRPr lang="en-US" sz="1425" dirty="0" err="1">
              <a:solidFill>
                <a:srgbClr val="FFFFFF"/>
              </a:solidFill>
              <a:ea typeface="Arial" pitchFamily="-107" charset="0"/>
              <a:cs typeface="Arial" pitchFamily="-107" charset="0"/>
              <a:sym typeface="Arial" pitchFamily="-107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399" y="207436"/>
            <a:ext cx="11350752" cy="57996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806528" y="6518495"/>
            <a:ext cx="511213" cy="366183"/>
          </a:xfrm>
          <a:prstGeom prst="rect">
            <a:avLst/>
          </a:prstGeom>
        </p:spPr>
        <p:txBody>
          <a:bodyPr vert="horz" lIns="121848" tIns="60924" rIns="121848" bIns="60924" rtlCol="0" anchor="ctr"/>
          <a:lstStyle>
            <a:lvl1pPr marL="0" algn="ctr" defTabSz="457827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675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45D0FD-48F1-4D72-80C5-FFB60B92A834}" type="slidenum">
              <a:rPr>
                <a:solidFill>
                  <a:srgbClr val="FFFFFF"/>
                </a:solidFill>
              </a:rPr>
              <a:pPr/>
              <a:t>‹#›</a:t>
            </a:fld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950282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12236"/>
            <a:ext cx="11350752" cy="57996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06400" y="1655235"/>
            <a:ext cx="11350752" cy="44407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06400" y="1092200"/>
            <a:ext cx="11350752" cy="508000"/>
          </a:xfrm>
        </p:spPr>
        <p:txBody>
          <a:bodyPr/>
          <a:lstStyle>
            <a:lvl1pPr marL="2380" indent="0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80787" y="6518479"/>
            <a:ext cx="511213" cy="366183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marL="0" algn="ctr" defTabSz="610669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45D0FD-48F1-4D72-80C5-FFB60B92A834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735244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6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5369335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46324" y="212168"/>
            <a:ext cx="11546635" cy="97170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3333" b="0" i="0" spc="0" baseline="0">
                <a:solidFill>
                  <a:srgbClr val="00A2BF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Bullet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77375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-animate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 rot="10800000" flipH="1">
            <a:off x="3808675" y="831272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8" name="Rounded Rectangle 27"/>
          <p:cNvSpPr/>
          <p:nvPr userDrawn="1"/>
        </p:nvSpPr>
        <p:spPr>
          <a:xfrm rot="10800000" flipH="1">
            <a:off x="1095955" y="4716780"/>
            <a:ext cx="875085" cy="15074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 rot="10800000" flipH="1">
            <a:off x="1776675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 rot="10800000" flipH="1">
            <a:off x="6561113" y="1025236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37" name="Rounded Rectangle 36"/>
          <p:cNvSpPr/>
          <p:nvPr/>
        </p:nvSpPr>
        <p:spPr>
          <a:xfrm rot="10800000" flipH="1">
            <a:off x="7189186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>
          <a:xfrm rot="10800000" flipH="1">
            <a:off x="10883000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 rot="10800000" flipH="1">
            <a:off x="5027876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grpSp>
        <p:nvGrpSpPr>
          <p:cNvPr id="91" name="Group 67"/>
          <p:cNvGrpSpPr/>
          <p:nvPr userDrawn="1"/>
        </p:nvGrpSpPr>
        <p:grpSpPr>
          <a:xfrm>
            <a:off x="455732" y="301885"/>
            <a:ext cx="840188" cy="447811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92" name="Rectangle 91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3" name="Freeform 92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5" name="Freeform 94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7" name="Freeform 96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0" name="Freeform 99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6" name="Freeform 105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7" name="Freeform 106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8" name="Freeform 107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2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55" name="Picture 54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975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4.44444E-6 4.81481E-6 L -4.44444E-6 0.65879 " pathEditMode="relative" rAng="0" ptsTypes="AA">
                                      <p:cBhvr>
                                        <p:cTn id="6" dur="8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8" dur="10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44444E-6 L -3.88889E-6 1.14467 " pathEditMode="relative" rAng="0" ptsTypes="AA">
                                      <p:cBhvr>
                                        <p:cTn id="10" dur="10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2" dur="19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4" dur="8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6" dur="15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8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8" grpId="0" animBg="1"/>
      <p:bldP spid="29" grpId="0" animBg="1"/>
      <p:bldP spid="36" grpId="0" animBg="1"/>
      <p:bldP spid="37" grpId="0" animBg="1"/>
      <p:bldP spid="41" grpId="0" animBg="1"/>
      <p:bldP spid="42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29" name="Picture 28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5470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5" name="Rounded Rectangle 4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6" name="Rounded Rectangle 4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7" name="Rounded Rectangle 4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53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796845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6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8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0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4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77423266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3106740"/>
            <a:ext cx="11304000" cy="3433365"/>
          </a:xfrm>
          <a:prstGeom prst="rect">
            <a:avLst/>
          </a:prstGeom>
          <a:noFill/>
        </p:spPr>
      </p:pic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225484" y="3022901"/>
            <a:ext cx="11592393" cy="3357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417121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905979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1481E-6 L -1.94444E-6 -0.48102 " pathEditMode="relative" rAng="0" ptsTypes="AA">
                                      <p:cBhvr>
                                        <p:cTn id="9" dur="1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2804160"/>
            <a:ext cx="11304000" cy="3735944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 userDrawn="1"/>
        </p:nvSpPr>
        <p:spPr>
          <a:xfrm>
            <a:off x="289811" y="1967968"/>
            <a:ext cx="11592393" cy="2810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774540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09412698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0977" y="1344168"/>
            <a:ext cx="11427882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76009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6270" y="1339745"/>
            <a:ext cx="5361488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17580" y="1339745"/>
            <a:ext cx="5629920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4690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9618" y="1339745"/>
            <a:ext cx="5348140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961632" y="1747685"/>
            <a:ext cx="4315968" cy="646331"/>
          </a:xfrm>
        </p:spPr>
        <p:txBody>
          <a:bodyPr>
            <a:noAutofit/>
          </a:bodyPr>
          <a:lstStyle>
            <a:lvl1pPr marL="114300" indent="-1143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dirty="0" smtClean="0">
                <a:gradFill>
                  <a:gsLst>
                    <a:gs pos="0">
                      <a:schemeClr val="tx1"/>
                    </a:gs>
                    <a:gs pos="47000">
                      <a:schemeClr val="accent2"/>
                    </a:gs>
                    <a:gs pos="100000">
                      <a:schemeClr val="accent4"/>
                    </a:gs>
                  </a:gsLst>
                  <a:lin ang="3600000" scaled="0"/>
                </a:gradFill>
                <a:latin typeface="+mj-lt"/>
                <a:ea typeface="+mn-ea"/>
                <a:cs typeface="+mn-cs"/>
              </a:defRPr>
            </a:lvl1pPr>
            <a:lvl2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“This is the sample </a:t>
            </a:r>
            <a:br>
              <a:rPr lang="en-US" dirty="0"/>
            </a:br>
            <a:r>
              <a:rPr lang="en-US" dirty="0"/>
              <a:t>pull quote.”</a:t>
            </a: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079300" y="4736592"/>
            <a:ext cx="4317092" cy="33832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6176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51814" cy="83820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26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301752"/>
            <a:ext cx="5498592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 smtClean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92606" y="1600200"/>
            <a:ext cx="5522976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635000" indent="-228600">
              <a:buClr>
                <a:schemeClr val="accent5"/>
              </a:buClr>
              <a:buFont typeface="Arial" pitchFamily="34" charset="0"/>
              <a:buChar char="•"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425185" y="1600200"/>
            <a:ext cx="5340096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635000" indent="-22860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Char char="•"/>
              <a:defRPr>
                <a:solidFill>
                  <a:schemeClr val="accent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429906" y="310896"/>
            <a:ext cx="5195145" cy="84124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Right</a:t>
            </a:r>
          </a:p>
        </p:txBody>
      </p:sp>
      <p:sp>
        <p:nvSpPr>
          <p:cNvPr id="13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01569"/>
      </p:ext>
    </p:extLst>
  </p:cSld>
  <p:clrMapOvr>
    <a:masterClrMapping/>
  </p:clrMapOvr>
  <p:transition>
    <p:fade/>
  </p:transition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5967" y="1600202"/>
            <a:ext cx="3496734" cy="43910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389967" y="1600200"/>
            <a:ext cx="3458634" cy="4362450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401052" y="1600202"/>
            <a:ext cx="3511549" cy="4333875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92684" y="100584"/>
            <a:ext cx="3557943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4344531" y="100584"/>
            <a:ext cx="3466479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8362936" y="100584"/>
            <a:ext cx="3512211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3920390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329296" y="439710"/>
            <a:ext cx="11422992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479686" y="1476375"/>
            <a:ext cx="11252614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32622" y="6062116"/>
            <a:ext cx="9948334" cy="276999"/>
          </a:xfrm>
        </p:spPr>
        <p:txBody>
          <a:bodyPr wrap="square" anchor="b" anchorCtr="0">
            <a:no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  <p:extLst>
      <p:ext uri="{BB962C8B-B14F-4D97-AF65-F5344CB8AC3E}">
        <p14:creationId xmlns:p14="http://schemas.microsoft.com/office/powerpoint/2010/main" val="179908811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9184" y="1600200"/>
            <a:ext cx="5340096" cy="3749040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40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498337" y="1947672"/>
            <a:ext cx="4572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127689062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27936203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3567" y="5852162"/>
            <a:ext cx="10816168" cy="384175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608" y="649224"/>
            <a:ext cx="10816167" cy="4480560"/>
          </a:xfrm>
        </p:spPr>
        <p:txBody>
          <a:bodyPr/>
          <a:lstStyle>
            <a:lvl1pPr marL="233363" indent="-233363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Arial" pitchFamily="34" charset="0"/>
              <a:buChar char="“"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24653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4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1918741"/>
            <a:ext cx="5489928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563359" y="310896"/>
            <a:ext cx="5193792" cy="6208776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Tell your story here</a:t>
            </a:r>
          </a:p>
        </p:txBody>
      </p:sp>
    </p:spTree>
    <p:extLst>
      <p:ext uri="{BB962C8B-B14F-4D97-AF65-F5344CB8AC3E}">
        <p14:creationId xmlns:p14="http://schemas.microsoft.com/office/powerpoint/2010/main" val="4076336785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8" y="4279394"/>
            <a:ext cx="6246490" cy="3841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8259" y="3282696"/>
            <a:ext cx="6283409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7387167" y="1917700"/>
            <a:ext cx="3568700" cy="2889250"/>
          </a:xfrm>
        </p:spPr>
        <p:txBody>
          <a:bodyPr anchor="ctr" anchorCtr="1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24" name="Group 67"/>
          <p:cNvGrpSpPr/>
          <p:nvPr userDrawn="1"/>
        </p:nvGrpSpPr>
        <p:grpSpPr>
          <a:xfrm>
            <a:off x="455732" y="301884"/>
            <a:ext cx="921374" cy="491082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25" name="Rectangle 24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096874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5" name="Rounded Rectangle 2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992" y="484634"/>
            <a:ext cx="11673504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9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4914" y="5358903"/>
            <a:ext cx="11432913" cy="614362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1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9809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12" dur="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14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9" name="Rectangle 28"/>
          <p:cNvSpPr/>
          <p:nvPr/>
        </p:nvSpPr>
        <p:spPr>
          <a:xfrm>
            <a:off x="2522501" y="795528"/>
            <a:ext cx="713232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2522499" y="4794352"/>
            <a:ext cx="7130070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2533651" y="795528"/>
            <a:ext cx="7105650" cy="400507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54495" y="4873438"/>
            <a:ext cx="6765427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943490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2" name="Rectangle 31"/>
          <p:cNvSpPr/>
          <p:nvPr/>
        </p:nvSpPr>
        <p:spPr>
          <a:xfrm>
            <a:off x="451105" y="310896"/>
            <a:ext cx="4364736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51105" y="310896"/>
            <a:ext cx="4364736" cy="2459736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06271" y="3429000"/>
            <a:ext cx="9345731" cy="1421928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3642415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0" name="Rectangle 39"/>
          <p:cNvSpPr/>
          <p:nvPr/>
        </p:nvSpPr>
        <p:spPr>
          <a:xfrm>
            <a:off x="6656832" y="859536"/>
            <a:ext cx="4840224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6656832" y="859536"/>
            <a:ext cx="4840224" cy="502920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6271" y="728974"/>
            <a:ext cx="5799890" cy="108531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550964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8" name="Rectangle 47"/>
          <p:cNvSpPr/>
          <p:nvPr/>
        </p:nvSpPr>
        <p:spPr>
          <a:xfrm>
            <a:off x="4891617" y="311149"/>
            <a:ext cx="4357515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91986" y="311149"/>
            <a:ext cx="435714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617" y="311149"/>
            <a:ext cx="438364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27765" y="311149"/>
            <a:ext cx="440266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6444" y="311151"/>
            <a:ext cx="2451640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9306444" y="311151"/>
            <a:ext cx="2451639" cy="1308101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6618" y="3028951"/>
            <a:ext cx="336421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427765" y="3028951"/>
            <a:ext cx="3383227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81968" y="3028951"/>
            <a:ext cx="5367166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3877779" y="3028951"/>
            <a:ext cx="5371355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6444" y="1683659"/>
            <a:ext cx="2451640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9306444" y="1676400"/>
            <a:ext cx="2451639" cy="344941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6444" y="5182962"/>
            <a:ext cx="2451640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9306444" y="5182962"/>
            <a:ext cx="2451639" cy="1304925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2934648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1104" y="310896"/>
            <a:ext cx="11301984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44501" y="310898"/>
            <a:ext cx="11299826" cy="6054185"/>
          </a:xfrm>
          <a:ln>
            <a:solidFill>
              <a:schemeClr val="bg2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C0C0C0"/>
                </a:solidFill>
                <a:latin typeface="+mj-lt"/>
                <a:ea typeface="+mn-ea"/>
                <a:cs typeface="+mn-cs"/>
              </a:rPr>
              <a:t>Cisco Confidential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48074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1" cy="685800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60646860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5855493" y="778669"/>
            <a:ext cx="5899416" cy="4425696"/>
          </a:xfrm>
          <a:solidFill>
            <a:schemeClr val="tx1">
              <a:lumMod val="50000"/>
            </a:schemeClr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grpSp>
        <p:nvGrpSpPr>
          <p:cNvPr id="20" name="Group 5"/>
          <p:cNvGrpSpPr>
            <a:grpSpLocks/>
          </p:cNvGrpSpPr>
          <p:nvPr userDrawn="1"/>
        </p:nvGrpSpPr>
        <p:grpSpPr bwMode="auto">
          <a:xfrm>
            <a:off x="455732" y="6096000"/>
            <a:ext cx="842034" cy="447676"/>
            <a:chOff x="384" y="331"/>
            <a:chExt cx="912" cy="485"/>
          </a:xfrm>
        </p:grpSpPr>
        <p:sp>
          <p:nvSpPr>
            <p:cNvPr id="23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8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0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1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7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805582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4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5817798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Rectangle 33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5" name="Freeform 34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34121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green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1143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2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6" name="Rectangle 35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9" name="Freeform 48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47205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35" name="Rectangle 34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0" name="Freeform 49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40879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0" grpId="0" animBg="1"/>
      <p:bldP spid="50" grpId="1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-animate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 rot="10800000" flipH="1">
            <a:off x="3808675" y="831272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8" name="Rounded Rectangle 27"/>
          <p:cNvSpPr/>
          <p:nvPr userDrawn="1"/>
        </p:nvSpPr>
        <p:spPr>
          <a:xfrm rot="10800000" flipH="1">
            <a:off x="1095955" y="4716780"/>
            <a:ext cx="875085" cy="15074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 rot="10800000" flipH="1">
            <a:off x="1776675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 rot="10800000" flipH="1">
            <a:off x="6561113" y="1025236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37" name="Rounded Rectangle 36"/>
          <p:cNvSpPr/>
          <p:nvPr/>
        </p:nvSpPr>
        <p:spPr>
          <a:xfrm rot="10800000" flipH="1">
            <a:off x="7189186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>
          <a:xfrm rot="10800000" flipH="1">
            <a:off x="10883000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 rot="10800000" flipH="1">
            <a:off x="5027876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grpSp>
        <p:nvGrpSpPr>
          <p:cNvPr id="91" name="Group 67"/>
          <p:cNvGrpSpPr/>
          <p:nvPr userDrawn="1"/>
        </p:nvGrpSpPr>
        <p:grpSpPr>
          <a:xfrm>
            <a:off x="455732" y="301885"/>
            <a:ext cx="840188" cy="447811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92" name="Rectangle 91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3" name="Freeform 92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5" name="Freeform 94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7" name="Freeform 96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0" name="Freeform 99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6" name="Freeform 105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7" name="Freeform 106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8" name="Freeform 107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2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55" name="Picture 54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582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4.44444E-6 4.81481E-6 L -4.44444E-6 0.65879 " pathEditMode="relative" rAng="0" ptsTypes="AA">
                                      <p:cBhvr>
                                        <p:cTn id="6" dur="8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8" dur="10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44444E-6 L -3.88889E-6 1.14467 " pathEditMode="relative" rAng="0" ptsTypes="AA">
                                      <p:cBhvr>
                                        <p:cTn id="10" dur="10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2" dur="19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4" dur="8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6" dur="15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8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8" grpId="0" animBg="1"/>
      <p:bldP spid="29" grpId="0" animBg="1"/>
      <p:bldP spid="36" grpId="0" animBg="1"/>
      <p:bldP spid="37" grpId="0" animBg="1"/>
      <p:bldP spid="41" grpId="0" animBg="1"/>
      <p:bldP spid="42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29" name="Picture 28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17571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5" name="Rounded Rectangle 4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6" name="Rounded Rectangle 4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7" name="Rounded Rectangle 4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53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713223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6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8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0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4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66192910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3106740"/>
            <a:ext cx="11304000" cy="3433365"/>
          </a:xfrm>
          <a:prstGeom prst="rect">
            <a:avLst/>
          </a:prstGeom>
          <a:noFill/>
        </p:spPr>
      </p:pic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225484" y="3022901"/>
            <a:ext cx="11592393" cy="3357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417121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940852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1481E-6 L -1.94444E-6 -0.48102 " pathEditMode="relative" rAng="0" ptsTypes="AA">
                                      <p:cBhvr>
                                        <p:cTn id="9" dur="1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2804160"/>
            <a:ext cx="11304000" cy="3735944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 userDrawn="1"/>
        </p:nvSpPr>
        <p:spPr>
          <a:xfrm>
            <a:off x="289811" y="1967968"/>
            <a:ext cx="11592393" cy="2810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774540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87952998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0977" y="1344168"/>
            <a:ext cx="11427882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3874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6270" y="1339745"/>
            <a:ext cx="5361488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17580" y="1339745"/>
            <a:ext cx="5629920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40403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9618" y="1339745"/>
            <a:ext cx="5348140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961632" y="1747685"/>
            <a:ext cx="4315968" cy="646331"/>
          </a:xfrm>
        </p:spPr>
        <p:txBody>
          <a:bodyPr>
            <a:noAutofit/>
          </a:bodyPr>
          <a:lstStyle>
            <a:lvl1pPr marL="114300" indent="-1143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dirty="0" smtClean="0">
                <a:gradFill>
                  <a:gsLst>
                    <a:gs pos="0">
                      <a:schemeClr val="tx1"/>
                    </a:gs>
                    <a:gs pos="47000">
                      <a:schemeClr val="accent2"/>
                    </a:gs>
                    <a:gs pos="100000">
                      <a:schemeClr val="accent4"/>
                    </a:gs>
                  </a:gsLst>
                  <a:lin ang="3600000" scaled="0"/>
                </a:gradFill>
                <a:latin typeface="+mj-lt"/>
                <a:ea typeface="+mn-ea"/>
                <a:cs typeface="+mn-cs"/>
              </a:defRPr>
            </a:lvl1pPr>
            <a:lvl2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“This is the sample </a:t>
            </a:r>
            <a:br>
              <a:rPr lang="en-US" dirty="0"/>
            </a:br>
            <a:r>
              <a:rPr lang="en-US" dirty="0"/>
              <a:t>pull quote.”</a:t>
            </a: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079300" y="4736592"/>
            <a:ext cx="4317092" cy="33832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5969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51814" cy="83820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27978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301752"/>
            <a:ext cx="5498592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 smtClean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92606" y="1600200"/>
            <a:ext cx="5522976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635000" indent="-228600">
              <a:buClr>
                <a:schemeClr val="accent5"/>
              </a:buClr>
              <a:buFont typeface="Arial" pitchFamily="34" charset="0"/>
              <a:buChar char="•"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425185" y="1600200"/>
            <a:ext cx="5340096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635000" indent="-22860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Char char="•"/>
              <a:defRPr>
                <a:solidFill>
                  <a:schemeClr val="accent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429906" y="310896"/>
            <a:ext cx="5195145" cy="84124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Right</a:t>
            </a:r>
          </a:p>
        </p:txBody>
      </p:sp>
      <p:sp>
        <p:nvSpPr>
          <p:cNvPr id="13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09770"/>
      </p:ext>
    </p:extLst>
  </p:cSld>
  <p:clrMapOvr>
    <a:masterClrMapping/>
  </p:clrMapOvr>
  <p:transition>
    <p:fade/>
  </p:transition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5967" y="1600202"/>
            <a:ext cx="3496734" cy="43910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389967" y="1600200"/>
            <a:ext cx="3458634" cy="4362450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401052" y="1600202"/>
            <a:ext cx="3511549" cy="4333875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92684" y="100584"/>
            <a:ext cx="3557943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4344531" y="100584"/>
            <a:ext cx="3466479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8362936" y="100584"/>
            <a:ext cx="3512211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1310239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329296" y="439710"/>
            <a:ext cx="11422992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479686" y="1476375"/>
            <a:ext cx="11252614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32622" y="6062116"/>
            <a:ext cx="9948334" cy="276999"/>
          </a:xfrm>
        </p:spPr>
        <p:txBody>
          <a:bodyPr wrap="square" anchor="b" anchorCtr="0">
            <a:no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  <p:extLst>
      <p:ext uri="{BB962C8B-B14F-4D97-AF65-F5344CB8AC3E}">
        <p14:creationId xmlns:p14="http://schemas.microsoft.com/office/powerpoint/2010/main" val="2926489109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9184" y="1600200"/>
            <a:ext cx="5340096" cy="3749040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40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498337" y="1947672"/>
            <a:ext cx="4572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3086408867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225623620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3567" y="5852162"/>
            <a:ext cx="10816168" cy="384175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608" y="649224"/>
            <a:ext cx="10816167" cy="4480560"/>
          </a:xfrm>
        </p:spPr>
        <p:txBody>
          <a:bodyPr/>
          <a:lstStyle>
            <a:lvl1pPr marL="233363" indent="-233363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Arial" pitchFamily="34" charset="0"/>
              <a:buChar char="“"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69265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4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1918741"/>
            <a:ext cx="5489928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563359" y="310896"/>
            <a:ext cx="5193792" cy="6208776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Tell your story here</a:t>
            </a:r>
          </a:p>
        </p:txBody>
      </p:sp>
    </p:spTree>
    <p:extLst>
      <p:ext uri="{BB962C8B-B14F-4D97-AF65-F5344CB8AC3E}">
        <p14:creationId xmlns:p14="http://schemas.microsoft.com/office/powerpoint/2010/main" val="341925136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8" y="4279394"/>
            <a:ext cx="6246490" cy="3841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8259" y="3282696"/>
            <a:ext cx="6283409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7387167" y="1917700"/>
            <a:ext cx="3568700" cy="2889250"/>
          </a:xfrm>
        </p:spPr>
        <p:txBody>
          <a:bodyPr anchor="ctr" anchorCtr="1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24" name="Group 67"/>
          <p:cNvGrpSpPr/>
          <p:nvPr userDrawn="1"/>
        </p:nvGrpSpPr>
        <p:grpSpPr>
          <a:xfrm>
            <a:off x="455732" y="301884"/>
            <a:ext cx="921374" cy="491082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25" name="Rectangle 24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3890885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5" name="Rounded Rectangle 2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992" y="484634"/>
            <a:ext cx="11673504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9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4914" y="5358903"/>
            <a:ext cx="11432913" cy="614362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1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34236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12" dur="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14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9" name="Rectangle 28"/>
          <p:cNvSpPr/>
          <p:nvPr/>
        </p:nvSpPr>
        <p:spPr>
          <a:xfrm>
            <a:off x="2522501" y="795528"/>
            <a:ext cx="713232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2522499" y="4794352"/>
            <a:ext cx="7130070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2533651" y="795528"/>
            <a:ext cx="7105650" cy="400507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54495" y="4873438"/>
            <a:ext cx="6765427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80372932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2" name="Rectangle 31"/>
          <p:cNvSpPr/>
          <p:nvPr/>
        </p:nvSpPr>
        <p:spPr>
          <a:xfrm>
            <a:off x="451105" y="310896"/>
            <a:ext cx="4364736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51105" y="310896"/>
            <a:ext cx="4364736" cy="2459736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06271" y="3429000"/>
            <a:ext cx="9345731" cy="1421928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870595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0" name="Rectangle 39"/>
          <p:cNvSpPr/>
          <p:nvPr/>
        </p:nvSpPr>
        <p:spPr>
          <a:xfrm>
            <a:off x="6656832" y="859536"/>
            <a:ext cx="4840224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6656832" y="859536"/>
            <a:ext cx="4840224" cy="502920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6271" y="728974"/>
            <a:ext cx="5799890" cy="108531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2046144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8" name="Rectangle 47"/>
          <p:cNvSpPr/>
          <p:nvPr/>
        </p:nvSpPr>
        <p:spPr>
          <a:xfrm>
            <a:off x="4891617" y="311149"/>
            <a:ext cx="4357515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91986" y="311149"/>
            <a:ext cx="435714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617" y="311149"/>
            <a:ext cx="438364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27765" y="311149"/>
            <a:ext cx="440266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6444" y="311151"/>
            <a:ext cx="2451640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9306444" y="311151"/>
            <a:ext cx="2451639" cy="1308101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6618" y="3028951"/>
            <a:ext cx="336421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427765" y="3028951"/>
            <a:ext cx="3383227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81968" y="3028951"/>
            <a:ext cx="5367166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3877779" y="3028951"/>
            <a:ext cx="5371355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6444" y="1683659"/>
            <a:ext cx="2451640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9306444" y="1676400"/>
            <a:ext cx="2451639" cy="344941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6444" y="5182962"/>
            <a:ext cx="2451640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9306444" y="5182962"/>
            <a:ext cx="2451639" cy="1304925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7313755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1104" y="310896"/>
            <a:ext cx="11301984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44501" y="310898"/>
            <a:ext cx="11299826" cy="6054185"/>
          </a:xfrm>
          <a:ln>
            <a:solidFill>
              <a:schemeClr val="bg2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C0C0C0"/>
                </a:solidFill>
                <a:latin typeface="+mj-lt"/>
                <a:ea typeface="+mn-ea"/>
                <a:cs typeface="+mn-cs"/>
              </a:rPr>
              <a:t>Cisco Confidential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70005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1" cy="685800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18110035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5855493" y="778669"/>
            <a:ext cx="5899416" cy="4425696"/>
          </a:xfrm>
          <a:solidFill>
            <a:schemeClr val="tx1">
              <a:lumMod val="50000"/>
            </a:schemeClr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grpSp>
        <p:nvGrpSpPr>
          <p:cNvPr id="20" name="Group 5"/>
          <p:cNvGrpSpPr>
            <a:grpSpLocks/>
          </p:cNvGrpSpPr>
          <p:nvPr userDrawn="1"/>
        </p:nvGrpSpPr>
        <p:grpSpPr bwMode="auto">
          <a:xfrm>
            <a:off x="455732" y="6096000"/>
            <a:ext cx="842034" cy="447676"/>
            <a:chOff x="384" y="331"/>
            <a:chExt cx="912" cy="485"/>
          </a:xfrm>
        </p:grpSpPr>
        <p:sp>
          <p:nvSpPr>
            <p:cNvPr id="23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8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0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1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7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0182026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4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655417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Rectangle 33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5" name="Freeform 34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1743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green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53807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2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6" name="Rectangle 35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9" name="Freeform 48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30380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35" name="Rectangle 34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0" name="Freeform 49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18916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0" grpId="0" animBg="1"/>
      <p:bldP spid="50" grpId="1" animBg="1"/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soli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6933" y="0"/>
            <a:ext cx="1220893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28"/>
          <p:cNvSpPr/>
          <p:nvPr/>
        </p:nvSpPr>
        <p:spPr>
          <a:xfrm>
            <a:off x="2432052" y="-3570288"/>
            <a:ext cx="2305049" cy="140144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" name="Rounded Rectangle 29"/>
          <p:cNvSpPr/>
          <p:nvPr/>
        </p:nvSpPr>
        <p:spPr>
          <a:xfrm>
            <a:off x="1" y="-638175"/>
            <a:ext cx="2307167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" name="Rounded Rectangle 30"/>
          <p:cNvSpPr/>
          <p:nvPr/>
        </p:nvSpPr>
        <p:spPr>
          <a:xfrm rot="10800000">
            <a:off x="1352552" y="4248150"/>
            <a:ext cx="2305049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Rounded Rectangle 31"/>
          <p:cNvSpPr/>
          <p:nvPr/>
        </p:nvSpPr>
        <p:spPr>
          <a:xfrm>
            <a:off x="8779933" y="-2913063"/>
            <a:ext cx="2307167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" name="Rounded Rectangle 32"/>
          <p:cNvSpPr/>
          <p:nvPr/>
        </p:nvSpPr>
        <p:spPr>
          <a:xfrm>
            <a:off x="10807701" y="5699125"/>
            <a:ext cx="2305050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Rounded Rectangle 33"/>
          <p:cNvSpPr/>
          <p:nvPr/>
        </p:nvSpPr>
        <p:spPr>
          <a:xfrm rot="10800000">
            <a:off x="4047067" y="1516065"/>
            <a:ext cx="2307167" cy="81486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455085" y="311151"/>
            <a:ext cx="1105560" cy="438358"/>
            <a:chOff x="609600" y="528537"/>
            <a:chExt cx="1444734" cy="763789"/>
          </a:xfrm>
          <a:solidFill>
            <a:schemeClr val="bg1"/>
          </a:solidFill>
        </p:grpSpPr>
        <p:sp>
          <p:nvSpPr>
            <p:cNvPr id="12" name="Rectangle 63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3" name="Freeform 64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4" name="Freeform 65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5" name="Freeform 66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6" name="Freeform 67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7" name="Freeform 68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8" name="Freeform 69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9" name="Freeform 70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0" name="Freeform 71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1" name="Freeform 72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2" name="Freeform 73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3" name="Freeform 74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4" name="Freeform 75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5" name="Freeform 76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</p:grpSp>
      <p:sp>
        <p:nvSpPr>
          <p:cNvPr id="26" name="Rectangle 5"/>
          <p:cNvSpPr>
            <a:spLocks noChangeArrowheads="1"/>
          </p:cNvSpPr>
          <p:nvPr/>
        </p:nvSpPr>
        <p:spPr bwMode="ltGray">
          <a:xfrm>
            <a:off x="10648040" y="6584320"/>
            <a:ext cx="786194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kern="1200" dirty="0">
                <a:solidFill>
                  <a:srgbClr val="FFFFFF"/>
                </a:solidFill>
                <a:latin typeface="Arial"/>
                <a:ea typeface="+mn-ea"/>
                <a:cs typeface="Arial" charset="0"/>
              </a:rPr>
              <a:t>Cisco Confidential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ltGray">
          <a:xfrm>
            <a:off x="334435" y="6586540"/>
            <a:ext cx="4561417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24" tIns="41061" rIns="82124" bIns="41061" anchor="b">
            <a:spAutoFit/>
          </a:bodyPr>
          <a:lstStyle/>
          <a:p>
            <a:pPr algn="l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kern="12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© 2010 Cisco and/or its affiliates. All rights reserved.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ltGray">
          <a:xfrm>
            <a:off x="11608192" y="6581144"/>
            <a:ext cx="25995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fld id="{80F2D840-7A1E-48FF-9D07-1E80B459FEDA}" type="slidenum">
              <a:rPr lang="en-US" sz="600" kern="12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r" defTabSz="814388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600" kern="120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177" y="4464070"/>
            <a:ext cx="10816168" cy="38417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209900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7778E-6 -2.22045E-16 L -2.77778E-6 -1.425 " pathEditMode="fixed" rAng="0" ptsTypes="AA">
                                      <p:cBhvr>
                                        <p:cTn id="6" dur="4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3.05556E-6 0.88611 " pathEditMode="fixed" rAng="0" ptsTypes="AA">
                                      <p:cBhvr>
                                        <p:cTn id="8" dur="4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2.5E-6 3.7037E-6 L -2.5E-6 -1.33195 " pathEditMode="fixed" rAng="0" ptsTypes="AA">
                                      <p:cBhvr>
                                        <p:cTn id="10" dur="4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1.94444E-6 4.07407E-6 L -1.94444E-6 -1.42084 " pathEditMode="fixed" rAng="0" ptsTypes="AA">
                                      <p:cBhvr>
                                        <p:cTn id="12" dur="4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94444E-6 4.07407E-6 L 1.94444E-6 0.81944 " pathEditMode="fixed" rAng="0" ptsTypes="AA">
                                      <p:cBhvr>
                                        <p:cTn id="14" dur="4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3.61111E-6 2.59259E-6 L -3.61111E-6 1.19028 " pathEditMode="fixed" rAng="0" ptsTypes="AA">
                                      <p:cBhvr>
                                        <p:cTn id="16" dur="4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Grey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hidden">
          <a:xfrm>
            <a:off x="1" y="3360739"/>
            <a:ext cx="12192000" cy="3497263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8E8E95">
                  <a:alpha val="5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480" tIns="54738" rIns="109480" bIns="54738" anchor="ctr"/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337" y="304800"/>
            <a:ext cx="9914465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058337" y="1186543"/>
            <a:ext cx="9914465" cy="381000"/>
          </a:xfrm>
        </p:spPr>
        <p:txBody>
          <a:bodyPr anchor="ctr">
            <a:noAutofit/>
          </a:bodyPr>
          <a:lstStyle>
            <a:lvl1pPr>
              <a:buFontTx/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1058334" y="6295482"/>
            <a:ext cx="9948334" cy="384721"/>
          </a:xfrm>
        </p:spPr>
        <p:txBody>
          <a:bodyPr anchor="b">
            <a:spAutoFit/>
          </a:bodyPr>
          <a:lstStyle>
            <a:lvl1pPr algn="l" defTabSz="1072963">
              <a:lnSpc>
                <a:spcPct val="100000"/>
              </a:lnSpc>
              <a:spcBef>
                <a:spcPct val="50000"/>
              </a:spcBef>
              <a:buNone/>
              <a:defRPr sz="1900"/>
            </a:lvl1pPr>
            <a:lvl2pPr>
              <a:buFont typeface="Arial" pitchFamily="34" charset="0"/>
              <a:buNone/>
              <a:defRPr sz="1900"/>
            </a:lvl2pPr>
            <a:lvl3pPr>
              <a:buFont typeface="Arial" pitchFamily="34" charset="0"/>
              <a:buNone/>
              <a:defRPr sz="1900"/>
            </a:lvl3pPr>
            <a:lvl4pPr>
              <a:buFont typeface="Arial" pitchFamily="34" charset="0"/>
              <a:buNone/>
              <a:defRPr sz="1900"/>
            </a:lvl4pPr>
            <a:lvl5pPr>
              <a:buFont typeface="Arial" pitchFamily="34" charset="0"/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1153167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337" y="304800"/>
            <a:ext cx="9914465" cy="838200"/>
          </a:xfr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58337" y="1600202"/>
            <a:ext cx="9914465" cy="4525963"/>
          </a:xfrm>
        </p:spPr>
        <p:txBody>
          <a:bodyPr/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58337" y="1186543"/>
            <a:ext cx="9914465" cy="381000"/>
          </a:xfrm>
        </p:spPr>
        <p:txBody>
          <a:bodyPr anchor="ctr" anchorCtr="0">
            <a:noAutofit/>
          </a:bodyPr>
          <a:lstStyle>
            <a:lvl1pPr>
              <a:buFontTx/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058334" y="6295482"/>
            <a:ext cx="9948334" cy="384721"/>
          </a:xfrm>
        </p:spPr>
        <p:txBody>
          <a:bodyPr wrap="square" anchor="b" anchorCtr="0">
            <a:spAutoFit/>
          </a:bodyPr>
          <a:lstStyle>
            <a:lvl1pPr algn="l" defTabSz="1072963">
              <a:lnSpc>
                <a:spcPct val="100000"/>
              </a:lnSpc>
              <a:spcBef>
                <a:spcPct val="50000"/>
              </a:spcBef>
              <a:buNone/>
              <a:defRPr sz="1900"/>
            </a:lvl1pPr>
            <a:lvl2pPr>
              <a:buFont typeface="Arial" pitchFamily="34" charset="0"/>
              <a:buNone/>
              <a:defRPr sz="1900"/>
            </a:lvl2pPr>
            <a:lvl3pPr>
              <a:buFont typeface="Arial" pitchFamily="34" charset="0"/>
              <a:buNone/>
              <a:defRPr sz="1900"/>
            </a:lvl3pPr>
            <a:lvl4pPr>
              <a:buFont typeface="Arial" pitchFamily="34" charset="0"/>
              <a:buNone/>
              <a:defRPr sz="1900"/>
            </a:lvl4pPr>
            <a:lvl5pPr>
              <a:buFont typeface="Arial" pitchFamily="34" charset="0"/>
              <a:buNone/>
              <a:defRPr sz="1900"/>
            </a:lvl5pPr>
          </a:lstStyle>
          <a:p>
            <a:pPr lvl="0"/>
            <a:r>
              <a:rPr lang="en-US" dirty="0"/>
              <a:t>Source: Placeholder for Notes Is 14 Points</a:t>
            </a:r>
          </a:p>
        </p:txBody>
      </p:sp>
    </p:spTree>
    <p:extLst>
      <p:ext uri="{BB962C8B-B14F-4D97-AF65-F5344CB8AC3E}">
        <p14:creationId xmlns:p14="http://schemas.microsoft.com/office/powerpoint/2010/main" val="3815049504"/>
      </p:ext>
    </p:extLst>
  </p:cSld>
  <p:clrMapOvr>
    <a:masterClrMapping/>
  </p:clrMapOvr>
  <p:transition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40251"/>
      </p:ext>
    </p:extLst>
  </p:cSld>
  <p:clrMapOvr>
    <a:masterClrMapping/>
  </p:clrMapOvr>
  <p:transition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581" y="403778"/>
            <a:ext cx="11306038" cy="864982"/>
          </a:xfrm>
        </p:spPr>
        <p:txBody>
          <a:bodyPr anchor="t" anchorCtr="0"/>
          <a:lstStyle>
            <a:lvl1pPr algn="l" defTabSz="108821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300" b="1" kern="1200" spc="-119" baseline="0" dirty="0">
                <a:solidFill>
                  <a:srgbClr val="0E243E"/>
                </a:solidFill>
                <a:latin typeface="+mj-lt"/>
                <a:ea typeface="宋体" pitchFamily="2" charset="-122"/>
                <a:cs typeface="+mj-cs"/>
              </a:defRPr>
            </a:lvl1pPr>
          </a:lstStyle>
          <a:p>
            <a:r>
              <a:rPr lang="zh-CN" altLang="en-US" dirty="0"/>
              <a:t>文档正文（非投影）宋体</a:t>
            </a:r>
            <a:r>
              <a:rPr lang="en-US" altLang="zh-CN" dirty="0"/>
              <a:t>+Arial+28</a:t>
            </a:r>
            <a:r>
              <a:rPr lang="zh-CN" altLang="en-US" dirty="0"/>
              <a:t>号。尽可能是一个完整句子、表达你的观点，要列出数据，更重要是对数据的分析。控制在三行以内，行距为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381001" y="1397000"/>
            <a:ext cx="11303000" cy="4889500"/>
          </a:xfrm>
        </p:spPr>
        <p:txBody>
          <a:bodyPr/>
          <a:lstStyle>
            <a:lvl1pPr marL="271998" marR="0" indent="-271998" algn="l" defTabSz="1087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p"/>
              <a:tabLst/>
              <a:defRPr/>
            </a:lvl1pPr>
            <a:lvl2pPr>
              <a:spcBef>
                <a:spcPts val="250"/>
              </a:spcBef>
              <a:defRPr/>
            </a:lvl2pPr>
            <a:lvl3pPr>
              <a:spcBef>
                <a:spcPts val="250"/>
              </a:spcBef>
              <a:defRPr/>
            </a:lvl3pPr>
            <a:lvl4pPr>
              <a:spcBef>
                <a:spcPts val="250"/>
              </a:spcBef>
              <a:defRPr/>
            </a:lvl4pPr>
            <a:lvl5pPr marL="1417770" indent="-370313">
              <a:spcBef>
                <a:spcPts val="250"/>
              </a:spcBef>
              <a:buFont typeface="宋体" pitchFamily="2" charset="-122"/>
              <a:buChar char="－"/>
              <a:defRPr/>
            </a:lvl5pPr>
          </a:lstStyle>
          <a:p>
            <a:pPr marL="271998" marR="0" lvl="0" indent="-271998" algn="l" defTabSz="1087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p"/>
              <a:tabLst/>
              <a:defRPr/>
            </a:pPr>
            <a:r>
              <a:rPr lang="zh-CN" altLang="en-US" dirty="0"/>
              <a:t>第一级文本，宋体</a:t>
            </a:r>
            <a:r>
              <a:rPr lang="en-US" altLang="zh-CN" dirty="0"/>
              <a:t>+ARIAL+24</a:t>
            </a:r>
            <a:r>
              <a:rPr lang="zh-CN" altLang="en-US" dirty="0"/>
              <a:t>号字，每页不建议超过</a:t>
            </a:r>
            <a:r>
              <a:rPr lang="en-US" altLang="zh-CN" dirty="0"/>
              <a:t>15</a:t>
            </a:r>
            <a:r>
              <a:rPr lang="zh-CN" altLang="en-US" dirty="0"/>
              <a:t>行一级文字</a:t>
            </a:r>
          </a:p>
          <a:p>
            <a:pPr lvl="1"/>
            <a:r>
              <a:rPr lang="zh-CN" altLang="en-US" dirty="0"/>
              <a:t>第二级，宋体</a:t>
            </a:r>
            <a:r>
              <a:rPr lang="en-US" altLang="zh-CN" dirty="0"/>
              <a:t>+ARIAL+20</a:t>
            </a:r>
            <a:r>
              <a:rPr lang="zh-CN" altLang="en-US" dirty="0"/>
              <a:t>号字</a:t>
            </a:r>
          </a:p>
          <a:p>
            <a:pPr lvl="2"/>
            <a:r>
              <a:rPr lang="zh-CN" altLang="en-US" dirty="0"/>
              <a:t>第三级，宋体</a:t>
            </a:r>
            <a:r>
              <a:rPr lang="en-US" altLang="zh-CN" dirty="0"/>
              <a:t>+ARIAL+18</a:t>
            </a:r>
            <a:r>
              <a:rPr lang="zh-CN" altLang="en-US" dirty="0"/>
              <a:t>号字</a:t>
            </a:r>
          </a:p>
          <a:p>
            <a:pPr lvl="3"/>
            <a:r>
              <a:rPr lang="zh-CN" altLang="en-US" dirty="0"/>
              <a:t>第四级，宋体</a:t>
            </a:r>
            <a:r>
              <a:rPr lang="en-US" altLang="zh-CN" dirty="0"/>
              <a:t>+ARIAL+16</a:t>
            </a:r>
            <a:r>
              <a:rPr lang="zh-CN" altLang="en-US" dirty="0"/>
              <a:t>号字</a:t>
            </a:r>
          </a:p>
          <a:p>
            <a:pPr lvl="4"/>
            <a:r>
              <a:rPr lang="zh-CN" altLang="en-US" dirty="0"/>
              <a:t>第五级，宋体</a:t>
            </a:r>
            <a:r>
              <a:rPr lang="en-US" altLang="zh-CN" dirty="0"/>
              <a:t>+ARIAL+14</a:t>
            </a:r>
            <a:r>
              <a:rPr lang="zh-CN" altLang="en-US" dirty="0"/>
              <a:t>号字</a:t>
            </a:r>
          </a:p>
          <a:p>
            <a:pPr lvl="4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407420"/>
      </p:ext>
    </p:extLst>
  </p:cSld>
  <p:clrMapOvr>
    <a:masterClrMapping/>
  </p:clrMapOvr>
  <p:transition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-animate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 rot="10800000" flipH="1">
            <a:off x="3808675" y="831272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8" name="Rounded Rectangle 27"/>
          <p:cNvSpPr/>
          <p:nvPr userDrawn="1"/>
        </p:nvSpPr>
        <p:spPr>
          <a:xfrm rot="10800000" flipH="1">
            <a:off x="1095955" y="4716780"/>
            <a:ext cx="875085" cy="150749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9" name="Rounded Rectangle 28"/>
          <p:cNvSpPr/>
          <p:nvPr userDrawn="1"/>
        </p:nvSpPr>
        <p:spPr>
          <a:xfrm rot="10800000" flipH="1">
            <a:off x="1776675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6" name="Rounded Rectangle 35"/>
          <p:cNvSpPr/>
          <p:nvPr/>
        </p:nvSpPr>
        <p:spPr>
          <a:xfrm rot="10800000" flipH="1">
            <a:off x="6561113" y="1025236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37" name="Rounded Rectangle 36"/>
          <p:cNvSpPr/>
          <p:nvPr/>
        </p:nvSpPr>
        <p:spPr>
          <a:xfrm rot="10800000" flipH="1">
            <a:off x="7189186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1" name="Rounded Rectangle 40"/>
          <p:cNvSpPr/>
          <p:nvPr/>
        </p:nvSpPr>
        <p:spPr>
          <a:xfrm rot="10800000" flipH="1">
            <a:off x="10883000" y="1731818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2" name="Rounded Rectangle 41"/>
          <p:cNvSpPr/>
          <p:nvPr/>
        </p:nvSpPr>
        <p:spPr>
          <a:xfrm rot="10800000" flipH="1">
            <a:off x="5027876" y="1981200"/>
            <a:ext cx="875085" cy="42430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grpSp>
        <p:nvGrpSpPr>
          <p:cNvPr id="91" name="Group 67"/>
          <p:cNvGrpSpPr/>
          <p:nvPr userDrawn="1"/>
        </p:nvGrpSpPr>
        <p:grpSpPr>
          <a:xfrm>
            <a:off x="455732" y="301885"/>
            <a:ext cx="840188" cy="447811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92" name="Rectangle 91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3" name="Freeform 92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5" name="Freeform 94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6" name="Freeform 95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7" name="Freeform 96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0" name="Freeform 99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6" name="Freeform 105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7" name="Freeform 106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08" name="Freeform 107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2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55" name="Picture 54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9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4.44444E-6 4.81481E-6 L -4.44444E-6 0.65879 " pathEditMode="relative" rAng="0" ptsTypes="AA">
                                      <p:cBhvr>
                                        <p:cTn id="6" dur="8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8" dur="10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44444E-6 L -3.88889E-6 1.14467 " pathEditMode="relative" rAng="0" ptsTypes="AA">
                                      <p:cBhvr>
                                        <p:cTn id="10" dur="10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2" dur="19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grpId="0" nodeType="withEffect">
                                  <p:stCondLst>
                                    <p:cond delay="6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4" dur="8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6" dur="151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7778E-6 1.85185E-6 L 2.77778E-6 0.99305 " pathEditMode="relative" rAng="0" ptsTypes="AA">
                                      <p:cBhvr>
                                        <p:cTn id="18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8" grpId="0" animBg="1"/>
      <p:bldP spid="29" grpId="0" animBg="1"/>
      <p:bldP spid="36" grpId="0" animBg="1"/>
      <p:bldP spid="37" grpId="0" animBg="1"/>
      <p:bldP spid="41" grpId="0" animBg="1"/>
      <p:bldP spid="42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0" y="2383"/>
            <a:ext cx="12172011" cy="6378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1" y="6545265"/>
            <a:ext cx="12172011" cy="312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68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lang="en-US" sz="2000" b="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</a:t>
            </a: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48229"/>
            <a:ext cx="10816167" cy="2907239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7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5927"/>
            <a:ext cx="10813691" cy="395288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54" name="Text Placeholder 53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675"/>
            <a:ext cx="10832746" cy="400050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2pPr>
            <a:lvl3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3pPr>
            <a:lvl4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4pPr>
            <a:lvl5pPr marL="0" indent="0">
              <a:buFontTx/>
              <a:buNone/>
              <a:defRPr lang="en-US" sz="2000" kern="1200" dirty="0" smtClean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29" name="Picture 28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07802"/>
      </p:ext>
    </p:extLst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5" name="Rounded Rectangle 4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6" name="Rounded Rectangle 4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47" name="Rounded Rectangle 4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53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8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14439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6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8" dur="5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0" dur="5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7" y="4464070"/>
            <a:ext cx="10816168" cy="38417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Cisco Confidential</a:t>
            </a:r>
          </a:p>
        </p:txBody>
      </p:sp>
      <p:grpSp>
        <p:nvGrpSpPr>
          <p:cNvPr id="4" name="Group 5"/>
          <p:cNvGrpSpPr>
            <a:grpSpLocks/>
          </p:cNvGrpSpPr>
          <p:nvPr userDrawn="1"/>
        </p:nvGrpSpPr>
        <p:grpSpPr bwMode="auto">
          <a:xfrm>
            <a:off x="455732" y="304800"/>
            <a:ext cx="842034" cy="447676"/>
            <a:chOff x="384" y="331"/>
            <a:chExt cx="912" cy="485"/>
          </a:xfrm>
        </p:grpSpPr>
        <p:sp>
          <p:nvSpPr>
            <p:cNvPr id="54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5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63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3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84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37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314407" y="4782758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1" hasCustomPrompt="1"/>
          </p:nvPr>
        </p:nvSpPr>
        <p:spPr>
          <a:xfrm>
            <a:off x="314407" y="5273252"/>
            <a:ext cx="10816867" cy="384175"/>
          </a:xfrm>
        </p:spPr>
        <p:txBody>
          <a:bodyPr/>
          <a:lstStyle>
            <a:lvl1pPr marL="0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8354538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3106740"/>
            <a:ext cx="11304000" cy="3433365"/>
          </a:xfrm>
          <a:prstGeom prst="rect">
            <a:avLst/>
          </a:prstGeom>
          <a:noFill/>
        </p:spPr>
      </p:pic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225484" y="3022901"/>
            <a:ext cx="11592393" cy="3357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417121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99679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1481E-6 L -1.94444E-6 -0.48102 " pathEditMode="relative" rAng="0" ptsTypes="AA">
                                      <p:cBhvr>
                                        <p:cTn id="9" dur="1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Documents and Settings\contractor\Desktop\Pattern_Half_Page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500" y="2804160"/>
            <a:ext cx="11304000" cy="3735944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 userDrawn="1"/>
        </p:nvSpPr>
        <p:spPr>
          <a:xfrm>
            <a:off x="289811" y="1967968"/>
            <a:ext cx="11592393" cy="2810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US" sz="1800" dirty="0">
              <a:latin typeface="+mj-lt"/>
            </a:endParaRPr>
          </a:p>
        </p:txBody>
      </p:sp>
      <p:sp>
        <p:nvSpPr>
          <p:cNvPr id="27" name="Rectangle 3"/>
          <p:cNvSpPr>
            <a:spLocks noChangeArrowheads="1"/>
          </p:cNvSpPr>
          <p:nvPr userDrawn="1"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47" name="Rectangle 3"/>
          <p:cNvSpPr>
            <a:spLocks noChangeArrowheads="1"/>
          </p:cNvSpPr>
          <p:nvPr userDrawn="1"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5191" y="1774540"/>
            <a:ext cx="10816167" cy="2407042"/>
          </a:xfr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5400" b="0" kern="1200" spc="0" baseline="0" dirty="0">
                <a:gradFill flip="none" rotWithShape="1">
                  <a:gsLst>
                    <a:gs pos="0">
                      <a:srgbClr val="55E6ED"/>
                    </a:gs>
                    <a:gs pos="80000">
                      <a:srgbClr val="009249"/>
                    </a:gs>
                  </a:gsLst>
                  <a:lin ang="120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44424903"/>
      </p:ext>
    </p:extLst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0977" y="1344168"/>
            <a:ext cx="11427882" cy="4965192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6429"/>
      </p:ext>
    </p:extLst>
  </p:cSld>
  <p:clrMapOvr>
    <a:masterClrMapping/>
  </p:clrMapOvr>
  <p:transition>
    <p:fad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6270" y="1339745"/>
            <a:ext cx="5361488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17580" y="1339745"/>
            <a:ext cx="5629920" cy="4965700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spcBef>
                <a:spcPts val="1480"/>
              </a:spcBef>
              <a:defRPr sz="18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 sz="1400">
                <a:solidFill>
                  <a:srgbClr val="435153"/>
                </a:solidFill>
                <a:latin typeface="+mj-lt"/>
              </a:defRPr>
            </a:lvl2pPr>
            <a:lvl3pPr>
              <a:defRPr sz="1200">
                <a:solidFill>
                  <a:srgbClr val="435153"/>
                </a:solidFill>
                <a:latin typeface="+mj-lt"/>
              </a:defRPr>
            </a:lvl3pPr>
            <a:lvl4pPr>
              <a:defRPr sz="1100">
                <a:solidFill>
                  <a:srgbClr val="435153"/>
                </a:solidFill>
                <a:latin typeface="+mj-lt"/>
              </a:defRPr>
            </a:lvl4pPr>
            <a:lvl5pPr>
              <a:defRPr sz="1100"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85129"/>
      </p:ext>
    </p:extLst>
  </p:cSld>
  <p:clrMapOvr>
    <a:masterClrMapping/>
  </p:clrMapOvr>
  <p:transition>
    <p:fad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 with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0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19618" y="1339745"/>
            <a:ext cx="5348140" cy="4965700"/>
          </a:xfrm>
        </p:spPr>
        <p:txBody>
          <a:bodyPr/>
          <a:lstStyle>
            <a:lvl1pPr>
              <a:lnSpc>
                <a:spcPct val="95000"/>
              </a:lnSpc>
              <a:spcBef>
                <a:spcPts val="1480"/>
              </a:spcBef>
              <a:defRPr sz="2200">
                <a:solidFill>
                  <a:srgbClr val="435153"/>
                </a:solidFill>
                <a:latin typeface="+mj-lt"/>
              </a:defRPr>
            </a:lvl1pPr>
            <a:lvl2pPr>
              <a:lnSpc>
                <a:spcPct val="95000"/>
              </a:lnSpc>
              <a:spcBef>
                <a:spcPts val="600"/>
              </a:spcBef>
              <a:defRPr>
                <a:solidFill>
                  <a:srgbClr val="435153"/>
                </a:solidFill>
                <a:latin typeface="+mj-lt"/>
              </a:defRPr>
            </a:lvl2pPr>
            <a:lvl3pPr>
              <a:defRPr>
                <a:solidFill>
                  <a:srgbClr val="435153"/>
                </a:solidFill>
                <a:latin typeface="+mj-lt"/>
              </a:defRPr>
            </a:lvl3pPr>
            <a:lvl4pPr>
              <a:defRPr>
                <a:solidFill>
                  <a:srgbClr val="435153"/>
                </a:solidFill>
                <a:latin typeface="+mj-lt"/>
              </a:defRPr>
            </a:lvl4pPr>
            <a:lvl5pPr>
              <a:defRPr>
                <a:solidFill>
                  <a:srgbClr val="435153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961632" y="1747685"/>
            <a:ext cx="4315968" cy="646331"/>
          </a:xfrm>
        </p:spPr>
        <p:txBody>
          <a:bodyPr>
            <a:noAutofit/>
          </a:bodyPr>
          <a:lstStyle>
            <a:lvl1pPr marL="114300" indent="-1143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lang="en-US" sz="2000" kern="1200" dirty="0" smtClean="0">
                <a:gradFill>
                  <a:gsLst>
                    <a:gs pos="0">
                      <a:schemeClr val="tx1"/>
                    </a:gs>
                    <a:gs pos="47000">
                      <a:schemeClr val="accent2"/>
                    </a:gs>
                    <a:gs pos="100000">
                      <a:schemeClr val="accent4"/>
                    </a:gs>
                  </a:gsLst>
                  <a:lin ang="3600000" scaled="0"/>
                </a:gradFill>
                <a:latin typeface="+mj-lt"/>
                <a:ea typeface="+mn-ea"/>
                <a:cs typeface="+mn-cs"/>
              </a:defRPr>
            </a:lvl1pPr>
            <a:lvl2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14300" indent="-114300" algn="l" defTabSz="914400" rtl="0" eaLnBrk="1" latinLnBrk="0" hangingPunct="1">
              <a:defRPr lang="en-US" sz="20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“This is the sample </a:t>
            </a:r>
            <a:br>
              <a:rPr lang="en-US" dirty="0"/>
            </a:br>
            <a:r>
              <a:rPr lang="en-US" dirty="0"/>
              <a:t>pull quote.”</a:t>
            </a: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079300" y="4736592"/>
            <a:ext cx="4317092" cy="33832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42411"/>
      </p:ext>
    </p:extLst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270" y="432215"/>
            <a:ext cx="11451814" cy="83820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13283"/>
      </p:ext>
    </p:extLst>
  </p:cSld>
  <p:clrMapOvr>
    <a:masterClrMapping/>
  </p:clrMapOvr>
  <p:transition>
    <p:fad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_2-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301752"/>
            <a:ext cx="5498592" cy="838200"/>
          </a:xfrm>
        </p:spPr>
        <p:txBody>
          <a:bodyPr vert="horz" lIns="82296" tIns="45720" rIns="82296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 smtClean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Left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292606" y="1600200"/>
            <a:ext cx="5522976" cy="452628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635000" indent="-228600">
              <a:buClr>
                <a:schemeClr val="accent5"/>
              </a:buClr>
              <a:buFont typeface="Arial" pitchFamily="34" charset="0"/>
              <a:buChar char="•"/>
              <a:tabLst/>
              <a:defRPr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</a:t>
            </a:r>
            <a:br>
              <a:rPr lang="en-US" dirty="0"/>
            </a:br>
            <a:r>
              <a:rPr lang="en-US" dirty="0"/>
              <a:t>do not italicize; use yellow on the </a:t>
            </a:r>
            <a:br>
              <a:rPr lang="en-US" dirty="0"/>
            </a:br>
            <a:r>
              <a:rPr lang="en-US" dirty="0"/>
              <a:t>black template and red for the white template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425185" y="1600200"/>
            <a:ext cx="5340096" cy="452628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  <a:latin typeface="+mj-lt"/>
              </a:defRPr>
            </a:lvl1pPr>
            <a:lvl2pPr marL="635000" indent="-228600">
              <a:buClr>
                <a:schemeClr val="accent1">
                  <a:lumMod val="40000"/>
                  <a:lumOff val="60000"/>
                </a:schemeClr>
              </a:buClr>
              <a:buFont typeface="Arial" pitchFamily="34" charset="0"/>
              <a:buChar char="•"/>
              <a:defRPr>
                <a:solidFill>
                  <a:schemeClr val="accent1"/>
                </a:solidFill>
                <a:latin typeface="+mj-lt"/>
              </a:defRPr>
            </a:lvl2pPr>
          </a:lstStyle>
          <a:p>
            <a:pPr lvl="0"/>
            <a:r>
              <a:rPr lang="en-US" dirty="0"/>
              <a:t>Body copy uses sentence capital letters only, size 20, left aligned</a:t>
            </a:r>
          </a:p>
          <a:p>
            <a:pPr lvl="1"/>
            <a:r>
              <a:rPr lang="en-US" dirty="0"/>
              <a:t>Sub-bullets are size 18 </a:t>
            </a:r>
            <a:br>
              <a:rPr lang="en-US" dirty="0"/>
            </a:br>
            <a:r>
              <a:rPr lang="en-US" dirty="0"/>
              <a:t>and indented</a:t>
            </a:r>
          </a:p>
          <a:p>
            <a:pPr lvl="1"/>
            <a:r>
              <a:rPr lang="en-US" dirty="0"/>
              <a:t>Hyperlink: www.cisco.com </a:t>
            </a:r>
          </a:p>
          <a:p>
            <a:pPr lvl="0"/>
            <a:r>
              <a:rPr lang="en-US" dirty="0"/>
              <a:t>Use Cisco highlight color, bold, or both when emphasizing words, do not italicize; use yellow on the black template and red for the white template</a:t>
            </a: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429906" y="310896"/>
            <a:ext cx="5195145" cy="84124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Column</a:t>
            </a:r>
            <a:br>
              <a:rPr lang="en-US" dirty="0"/>
            </a:br>
            <a:r>
              <a:rPr lang="en-US" dirty="0"/>
              <a:t>Title Right</a:t>
            </a:r>
          </a:p>
        </p:txBody>
      </p:sp>
      <p:sp>
        <p:nvSpPr>
          <p:cNvPr id="13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pic>
        <p:nvPicPr>
          <p:cNvPr id="11" name="Picture 10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27746"/>
      </p:ext>
    </p:extLst>
  </p:cSld>
  <p:clrMapOvr>
    <a:masterClrMapping/>
  </p:clrMapOvr>
  <p:transition>
    <p:fade/>
  </p:transition>
  <p:hf hdr="0" ft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3-Column Layout 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5967" y="1600202"/>
            <a:ext cx="3496734" cy="43910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389967" y="1600200"/>
            <a:ext cx="3458634" cy="4362450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401052" y="1600202"/>
            <a:ext cx="3511549" cy="4333875"/>
          </a:xfrm>
        </p:spPr>
        <p:txBody>
          <a:bodyPr/>
          <a:lstStyle>
            <a:lvl1pPr>
              <a:defRPr>
                <a:solidFill>
                  <a:schemeClr val="accent2"/>
                </a:solidFill>
                <a:latin typeface="+mj-lt"/>
                <a:cs typeface="Arial" pitchFamily="34" charset="0"/>
              </a:defRPr>
            </a:lvl1pPr>
            <a:lvl2pPr>
              <a:defRPr>
                <a:latin typeface="+mj-lt"/>
                <a:cs typeface="Arial" pitchFamily="34" charset="0"/>
              </a:defRPr>
            </a:lvl2pPr>
            <a:lvl3pPr>
              <a:defRPr>
                <a:latin typeface="+mj-lt"/>
                <a:cs typeface="Arial" pitchFamily="34" charset="0"/>
              </a:defRPr>
            </a:lvl3pPr>
            <a:lvl4pPr>
              <a:defRPr>
                <a:latin typeface="+mj-lt"/>
                <a:cs typeface="Arial" pitchFamily="34" charset="0"/>
              </a:defRPr>
            </a:lvl4pPr>
            <a:lvl5pPr>
              <a:defRPr>
                <a:latin typeface="+mj-lt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92684" y="100584"/>
            <a:ext cx="3557943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4344531" y="100584"/>
            <a:ext cx="3466479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20"/>
          </p:nvPr>
        </p:nvSpPr>
        <p:spPr>
          <a:xfrm>
            <a:off x="8362936" y="100584"/>
            <a:ext cx="3512211" cy="1152144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000" b="0" i="0" u="none" strike="noStrike" kern="120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rgbClr val="01BBBB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169639"/>
      </p:ext>
    </p:extLst>
  </p:cSld>
  <p:clrMapOvr>
    <a:masterClrMapping/>
  </p:clrMapOvr>
  <p:transition>
    <p:fad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329296" y="439710"/>
            <a:ext cx="11422992" cy="838200"/>
          </a:xfr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36" name="Chart Placeholder 35"/>
          <p:cNvSpPr>
            <a:spLocks noGrp="1"/>
          </p:cNvSpPr>
          <p:nvPr>
            <p:ph type="chart" sz="quarter" idx="10"/>
          </p:nvPr>
        </p:nvSpPr>
        <p:spPr>
          <a:xfrm>
            <a:off x="479686" y="1476375"/>
            <a:ext cx="11252614" cy="4305300"/>
          </a:xfrm>
        </p:spPr>
        <p:txBody>
          <a:bodyPr anchor="ctr" anchorCtr="1"/>
          <a:lstStyle>
            <a:lvl1pPr>
              <a:buNone/>
              <a:defRPr>
                <a:latin typeface="+mj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32622" y="6062116"/>
            <a:ext cx="9948334" cy="276999"/>
          </a:xfrm>
        </p:spPr>
        <p:txBody>
          <a:bodyPr wrap="square" anchor="b" anchorCtr="0">
            <a:noAutofit/>
          </a:bodyPr>
          <a:lstStyle>
            <a:lvl1pPr algn="l" defTabSz="804863">
              <a:lnSpc>
                <a:spcPct val="100000"/>
              </a:lnSpc>
              <a:spcBef>
                <a:spcPct val="50000"/>
              </a:spcBef>
              <a:buNone/>
              <a:defRPr sz="12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buFont typeface="Arial" pitchFamily="34" charset="0"/>
              <a:buNone/>
              <a:defRPr sz="1400"/>
            </a:lvl2pPr>
            <a:lvl3pPr>
              <a:buFont typeface="Arial" pitchFamily="34" charset="0"/>
              <a:buNone/>
              <a:defRPr sz="1400"/>
            </a:lvl3pPr>
            <a:lvl4pPr>
              <a:buFont typeface="Arial" pitchFamily="34" charset="0"/>
              <a:buNone/>
              <a:defRPr sz="1400"/>
            </a:lvl4pPr>
            <a:lvl5pPr>
              <a:buFont typeface="Arial" pitchFamily="34" charset="0"/>
              <a:buNone/>
              <a:defRPr sz="1400"/>
            </a:lvl5pPr>
          </a:lstStyle>
          <a:p>
            <a:pPr lvl="0"/>
            <a:r>
              <a:rPr lang="en-US" dirty="0"/>
              <a:t>Source: Placeholder for Notes Is 12 Points</a:t>
            </a:r>
          </a:p>
        </p:txBody>
      </p:sp>
    </p:spTree>
    <p:extLst>
      <p:ext uri="{BB962C8B-B14F-4D97-AF65-F5344CB8AC3E}">
        <p14:creationId xmlns:p14="http://schemas.microsoft.com/office/powerpoint/2010/main" val="2614244878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_phot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9184" y="1600200"/>
            <a:ext cx="5340096" cy="3749040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40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Simple text goes here and can wrap to accommodate more lines of information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498337" y="1947672"/>
            <a:ext cx="4572000" cy="2990088"/>
          </a:xfrm>
        </p:spPr>
        <p:txBody>
          <a:bodyPr anchor="ctr" anchorCtr="1"/>
          <a:lstStyle>
            <a:lvl1pPr algn="ctr">
              <a:buFontTx/>
              <a:buNone/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3950038083"/>
      </p:ext>
    </p:extLst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269" y="5430244"/>
            <a:ext cx="11411598" cy="838200"/>
          </a:xfrm>
        </p:spPr>
        <p:txBody>
          <a:bodyPr vert="horz" lIns="82296" tIns="45720" rIns="82296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567610648"/>
      </p:ext>
    </p:extLst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3567" y="5852162"/>
            <a:ext cx="10816168" cy="384175"/>
          </a:xfr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2608" y="649224"/>
            <a:ext cx="10816167" cy="4480560"/>
          </a:xfrm>
        </p:spPr>
        <p:txBody>
          <a:bodyPr/>
          <a:lstStyle>
            <a:lvl1pPr marL="233363" indent="-233363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Arial" pitchFamily="34" charset="0"/>
              <a:buChar char="“"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Presentation Title Goes Here”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06124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4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</p:bld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te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6270" y="1918741"/>
            <a:ext cx="5489928" cy="3020518"/>
          </a:xfrm>
        </p:spPr>
        <p:txBody>
          <a:bodyPr vert="horz" lIns="82296" tIns="45720" rIns="82296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Telling Shared Experiences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563359" y="310896"/>
            <a:ext cx="5193792" cy="6208776"/>
          </a:xfrm>
        </p:spPr>
        <p:txBody>
          <a:bodyPr anchor="ctr" anchorCtr="0">
            <a:noAutofit/>
          </a:bodyPr>
          <a:lstStyle>
            <a:lvl1pPr marL="0" indent="0">
              <a:buFontTx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Tell your story here</a:t>
            </a:r>
          </a:p>
        </p:txBody>
      </p:sp>
    </p:spTree>
    <p:extLst>
      <p:ext uri="{BB962C8B-B14F-4D97-AF65-F5344CB8AC3E}">
        <p14:creationId xmlns:p14="http://schemas.microsoft.com/office/powerpoint/2010/main" val="1260865149"/>
      </p:ext>
    </p:extLst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5178" y="4279394"/>
            <a:ext cx="6246490" cy="3841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rgbClr val="6DB344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Presenter Name and Title Go Here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8259" y="3282696"/>
            <a:ext cx="6283409" cy="1022350"/>
          </a:xfrm>
        </p:spPr>
        <p:txBody>
          <a:bodyPr vert="horz" lIns="82296" tIns="45720" rIns="82296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5400" b="0" kern="1200" spc="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2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hidden">
          <a:xfrm>
            <a:off x="1" y="0"/>
            <a:ext cx="12192000" cy="17780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0" hasCustomPrompt="1"/>
          </p:nvPr>
        </p:nvSpPr>
        <p:spPr>
          <a:xfrm>
            <a:off x="7387167" y="1917700"/>
            <a:ext cx="3568700" cy="2889250"/>
          </a:xfrm>
        </p:spPr>
        <p:txBody>
          <a:bodyPr anchor="ctr" anchorCtr="1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24" name="Group 67"/>
          <p:cNvGrpSpPr/>
          <p:nvPr userDrawn="1"/>
        </p:nvGrpSpPr>
        <p:grpSpPr>
          <a:xfrm>
            <a:off x="455732" y="301884"/>
            <a:ext cx="921374" cy="491082"/>
            <a:chOff x="609606" y="528528"/>
            <a:chExt cx="1444732" cy="763787"/>
          </a:xfrm>
          <a:gradFill flip="none" rotWithShape="1">
            <a:gsLst>
              <a:gs pos="11000">
                <a:schemeClr val="accent2"/>
              </a:gs>
              <a:gs pos="100000">
                <a:schemeClr val="accent5"/>
              </a:gs>
            </a:gsLst>
            <a:lin ang="2700000" scaled="1"/>
            <a:tileRect/>
          </a:gradFill>
        </p:grpSpPr>
        <p:sp>
          <p:nvSpPr>
            <p:cNvPr id="25" name="Rectangle 24"/>
            <p:cNvSpPr>
              <a:spLocks noChangeArrowheads="1"/>
            </p:cNvSpPr>
            <p:nvPr/>
          </p:nvSpPr>
          <p:spPr bwMode="black">
            <a:xfrm>
              <a:off x="1016583" y="1035671"/>
              <a:ext cx="65914" cy="24972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black">
            <a:xfrm>
              <a:off x="1400565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black">
            <a:xfrm>
              <a:off x="740666" y="1028755"/>
              <a:ext cx="190842" cy="263560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black">
            <a:xfrm>
              <a:off x="1660386" y="1028755"/>
              <a:ext cx="262121" cy="263560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black">
            <a:xfrm>
              <a:off x="1167569" y="1028755"/>
              <a:ext cx="170915" cy="263560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black">
            <a:xfrm>
              <a:off x="609606" y="732922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black">
            <a:xfrm>
              <a:off x="783587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black">
            <a:xfrm>
              <a:off x="954502" y="528528"/>
              <a:ext cx="62081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black">
            <a:xfrm>
              <a:off x="1128481" y="646860"/>
              <a:ext cx="62081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black">
            <a:xfrm>
              <a:off x="1298630" y="732922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black">
            <a:xfrm>
              <a:off x="1472609" y="646860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black">
            <a:xfrm>
              <a:off x="1646588" y="528528"/>
              <a:ext cx="62847" cy="39495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black">
            <a:xfrm>
              <a:off x="1817502" y="646864"/>
              <a:ext cx="62847" cy="214383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black">
            <a:xfrm>
              <a:off x="1991491" y="732927"/>
              <a:ext cx="62847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8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171714"/>
      </p:ext>
    </p:extLst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5" name="Rounded Rectangle 24"/>
          <p:cNvSpPr/>
          <p:nvPr userDrawn="1"/>
        </p:nvSpPr>
        <p:spPr>
          <a:xfrm>
            <a:off x="9503795" y="-1254935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6815795" y="-3294409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7" name="Rounded Rectangle 26"/>
          <p:cNvSpPr/>
          <p:nvPr userDrawn="1"/>
        </p:nvSpPr>
        <p:spPr>
          <a:xfrm>
            <a:off x="8169394" y="1180443"/>
            <a:ext cx="2688000" cy="8967600"/>
          </a:xfrm>
          <a:prstGeom prst="roundRect">
            <a:avLst>
              <a:gd name="adj" fmla="val 48730"/>
            </a:avLst>
          </a:prstGeom>
          <a:solidFill>
            <a:schemeClr val="accent3">
              <a:lumMod val="25000"/>
              <a:alpha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992" y="484634"/>
            <a:ext cx="11673504" cy="4372131"/>
          </a:xfrm>
        </p:spPr>
        <p:txBody>
          <a:bodyPr anchor="b" anchorCtr="0"/>
          <a:lstStyle>
            <a:lvl1pPr marL="228600" indent="-228600">
              <a:buFont typeface="Arial" pitchFamily="34" charset="0"/>
              <a:buChar char="“"/>
              <a:defRPr sz="60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style”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9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34914" y="5358903"/>
            <a:ext cx="11432913" cy="614362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</a:pPr>
            <a:r>
              <a:rPr lang="en-US" dirty="0"/>
              <a:t>Source</a:t>
            </a:r>
          </a:p>
        </p:txBody>
      </p:sp>
      <p:sp>
        <p:nvSpPr>
          <p:cNvPr id="1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6640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0  L -2.22222E-6 0.33333  E" pathEditMode="fixed" ptsTypes="">
                                      <p:cBhvr>
                                        <p:cTn id="12" dur="5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6.66667E-6  L 6.94444E-6 0.33333  E" pathEditMode="fixed" ptsTypes="">
                                      <p:cBhvr>
                                        <p:cTn id="14" dur="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0  L 5.55556E-7 -0.33333  E" pathEditMode="fixed" ptsTypes="">
                                      <p:cBhvr>
                                        <p:cTn id="16" dur="5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ngle 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9" name="Rectangle 28"/>
          <p:cNvSpPr/>
          <p:nvPr/>
        </p:nvSpPr>
        <p:spPr>
          <a:xfrm>
            <a:off x="2522501" y="795528"/>
            <a:ext cx="7132320" cy="400507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2522499" y="4794352"/>
            <a:ext cx="7130070" cy="9963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2533651" y="795528"/>
            <a:ext cx="7105650" cy="400507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54495" y="4873438"/>
            <a:ext cx="6765427" cy="838200"/>
          </a:xfrm>
        </p:spPr>
        <p:txBody>
          <a:bodyPr anchor="ctr"/>
          <a:lstStyle>
            <a:lvl1pPr>
              <a:defRPr sz="2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4175547"/>
      </p:ext>
    </p:extLst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mall photo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2" name="Rectangle 31"/>
          <p:cNvSpPr/>
          <p:nvPr/>
        </p:nvSpPr>
        <p:spPr>
          <a:xfrm>
            <a:off x="451105" y="310896"/>
            <a:ext cx="4364736" cy="2459736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51105" y="310896"/>
            <a:ext cx="4364736" cy="2459736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06271" y="3429000"/>
            <a:ext cx="9345731" cy="1421928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Large photo </a:t>
            </a:r>
            <a:br>
              <a:rPr lang="en-US" dirty="0"/>
            </a:br>
            <a:r>
              <a:rPr lang="en-US" dirty="0"/>
              <a:t>caption here.</a:t>
            </a: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113050"/>
      </p:ext>
    </p:extLst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ortrait photo_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0" name="Rectangle 39"/>
          <p:cNvSpPr/>
          <p:nvPr/>
        </p:nvSpPr>
        <p:spPr>
          <a:xfrm>
            <a:off x="6656832" y="859536"/>
            <a:ext cx="4840224" cy="5029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6656832" y="859536"/>
            <a:ext cx="4840224" cy="502920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anchor="ctr" anchorCtr="0"/>
          <a:lstStyle>
            <a:lvl1pPr algn="ctr">
              <a:buFontTx/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6271" y="728974"/>
            <a:ext cx="5799890" cy="108531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6070325"/>
      </p:ext>
    </p:extLst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ultip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48" name="Rectangle 47"/>
          <p:cNvSpPr/>
          <p:nvPr/>
        </p:nvSpPr>
        <p:spPr>
          <a:xfrm>
            <a:off x="4891617" y="311149"/>
            <a:ext cx="4357515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49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91986" y="311149"/>
            <a:ext cx="435714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617" y="311149"/>
            <a:ext cx="4383648" cy="2660652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427765" y="311149"/>
            <a:ext cx="4402668" cy="2660652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6444" y="311151"/>
            <a:ext cx="2451640" cy="130810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1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9306444" y="311151"/>
            <a:ext cx="2451639" cy="1308101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6618" y="3028951"/>
            <a:ext cx="3364215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3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427765" y="3028951"/>
            <a:ext cx="3383227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81968" y="3028951"/>
            <a:ext cx="5367166" cy="3458934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5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3877779" y="3028951"/>
            <a:ext cx="5371355" cy="3458934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6444" y="1683659"/>
            <a:ext cx="2451640" cy="344215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7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9306444" y="1676400"/>
            <a:ext cx="2451639" cy="3449410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06444" y="5182962"/>
            <a:ext cx="2451640" cy="1304925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j-lt"/>
            </a:endParaRPr>
          </a:p>
        </p:txBody>
      </p:sp>
      <p:sp>
        <p:nvSpPr>
          <p:cNvPr id="59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9306444" y="5182962"/>
            <a:ext cx="2451639" cy="1304925"/>
          </a:xfrm>
          <a:solidFill>
            <a:schemeClr val="bg1">
              <a:alpha val="30000"/>
            </a:schemeClr>
          </a:solidFill>
          <a:ln>
            <a:solidFill>
              <a:schemeClr val="bg2"/>
            </a:solidFill>
          </a:ln>
          <a:effectLst>
            <a:outerShdw blurRad="114300" dist="38100" dir="5400000" algn="ctr" rotWithShape="0">
              <a:srgbClr val="000000">
                <a:alpha val="80000"/>
              </a:srgb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2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7022085"/>
      </p:ext>
    </p:extLst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photo with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1104" y="310896"/>
            <a:ext cx="11301984" cy="607539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444501" y="310898"/>
            <a:ext cx="11299826" cy="6054185"/>
          </a:xfrm>
          <a:ln>
            <a:solidFill>
              <a:schemeClr val="bg2"/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2000" kern="1200" baseline="0" dirty="0">
                <a:solidFill>
                  <a:srgbClr val="546568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Photo placeholder</a:t>
            </a:r>
          </a:p>
        </p:txBody>
      </p:sp>
      <p:sp>
        <p:nvSpPr>
          <p:cNvPr id="11" name="Rectangle 5"/>
          <p:cNvSpPr>
            <a:spLocks noChangeArrowheads="1"/>
          </p:cNvSpPr>
          <p:nvPr userDrawn="1"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marL="0" algn="r" defTabSz="814388" rtl="0" eaLnBrk="1" latinLnBrk="0" hangingPunct="1">
              <a:lnSpc>
                <a:spcPct val="100000"/>
              </a:lnSpc>
            </a:pPr>
            <a:r>
              <a:rPr lang="en-US" sz="600" kern="1200" dirty="0">
                <a:solidFill>
                  <a:srgbClr val="C0C0C0"/>
                </a:solidFill>
                <a:latin typeface="+mj-lt"/>
                <a:ea typeface="+mn-ea"/>
                <a:cs typeface="+mn-cs"/>
              </a:rPr>
              <a:t>Cisco Confidential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2059"/>
      </p:ext>
    </p:extLst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1" cy="6858000"/>
          </a:xfrm>
        </p:spPr>
        <p:txBody>
          <a:bodyPr anchor="ctr" anchorCtr="1">
            <a:noAutofit/>
          </a:bodyPr>
          <a:lstStyle>
            <a:lvl1pPr algn="ctr">
              <a:buNone/>
              <a:defRPr>
                <a:latin typeface="+mj-lt"/>
              </a:defRPr>
            </a:lvl1pPr>
          </a:lstStyle>
          <a:p>
            <a:r>
              <a:rPr lang="en-US" dirty="0"/>
              <a:t>Full bleed 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93119726"/>
      </p:ext>
    </p:extLst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21" name="Media Placeholder 20"/>
          <p:cNvSpPr>
            <a:spLocks noGrp="1"/>
          </p:cNvSpPr>
          <p:nvPr>
            <p:ph type="media" sz="quarter" idx="10" hasCustomPrompt="1"/>
          </p:nvPr>
        </p:nvSpPr>
        <p:spPr>
          <a:xfrm>
            <a:off x="5855493" y="778669"/>
            <a:ext cx="5899416" cy="4425696"/>
          </a:xfrm>
          <a:solidFill>
            <a:schemeClr val="tx1">
              <a:lumMod val="50000"/>
            </a:schemeClr>
          </a:solidFill>
          <a:ln>
            <a:noFill/>
          </a:ln>
          <a:effectLst>
            <a:innerShdw blurRad="419100">
              <a:prstClr val="black">
                <a:alpha val="47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800" kern="1200">
                <a:solidFill>
                  <a:schemeClr val="l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video</a:t>
            </a:r>
          </a:p>
        </p:txBody>
      </p:sp>
      <p:grpSp>
        <p:nvGrpSpPr>
          <p:cNvPr id="20" name="Group 5"/>
          <p:cNvGrpSpPr>
            <a:grpSpLocks/>
          </p:cNvGrpSpPr>
          <p:nvPr userDrawn="1"/>
        </p:nvGrpSpPr>
        <p:grpSpPr bwMode="auto">
          <a:xfrm>
            <a:off x="455732" y="6096000"/>
            <a:ext cx="842034" cy="447676"/>
            <a:chOff x="384" y="331"/>
            <a:chExt cx="912" cy="485"/>
          </a:xfrm>
        </p:grpSpPr>
        <p:sp>
          <p:nvSpPr>
            <p:cNvPr id="23" name="AutoShape 6"/>
            <p:cNvSpPr>
              <a:spLocks noChangeAspect="1" noChangeArrowheads="1" noTextEdit="1"/>
            </p:cNvSpPr>
            <p:nvPr/>
          </p:nvSpPr>
          <p:spPr bwMode="invGray">
            <a:xfrm>
              <a:off x="384" y="331"/>
              <a:ext cx="912" cy="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invGray">
            <a:xfrm>
              <a:off x="640" y="652"/>
              <a:ext cx="42" cy="1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invGray">
            <a:xfrm>
              <a:off x="882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invGray">
            <a:xfrm>
              <a:off x="467" y="648"/>
              <a:ext cx="120" cy="166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/>
          </p:nvSpPr>
          <p:spPr bwMode="invGray">
            <a:xfrm>
              <a:off x="1046" y="648"/>
              <a:ext cx="165" cy="166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8" name="Freeform 11"/>
            <p:cNvSpPr>
              <a:spLocks/>
            </p:cNvSpPr>
            <p:nvPr/>
          </p:nvSpPr>
          <p:spPr bwMode="invGray">
            <a:xfrm>
              <a:off x="735" y="648"/>
              <a:ext cx="108" cy="166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" name="Freeform 12"/>
            <p:cNvSpPr>
              <a:spLocks/>
            </p:cNvSpPr>
            <p:nvPr/>
          </p:nvSpPr>
          <p:spPr bwMode="invGray">
            <a:xfrm>
              <a:off x="384" y="462"/>
              <a:ext cx="39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0" name="Freeform 13"/>
            <p:cNvSpPr>
              <a:spLocks/>
            </p:cNvSpPr>
            <p:nvPr/>
          </p:nvSpPr>
          <p:spPr bwMode="invGray">
            <a:xfrm>
              <a:off x="494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1" name="Freeform 14"/>
            <p:cNvSpPr>
              <a:spLocks/>
            </p:cNvSpPr>
            <p:nvPr/>
          </p:nvSpPr>
          <p:spPr bwMode="invGray">
            <a:xfrm>
              <a:off x="601" y="333"/>
              <a:ext cx="39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2" name="Freeform 15"/>
            <p:cNvSpPr>
              <a:spLocks/>
            </p:cNvSpPr>
            <p:nvPr/>
          </p:nvSpPr>
          <p:spPr bwMode="invGray">
            <a:xfrm>
              <a:off x="711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3" name="Freeform 16"/>
            <p:cNvSpPr>
              <a:spLocks/>
            </p:cNvSpPr>
            <p:nvPr/>
          </p:nvSpPr>
          <p:spPr bwMode="invGray">
            <a:xfrm>
              <a:off x="818" y="462"/>
              <a:ext cx="42" cy="81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" name="Freeform 17"/>
            <p:cNvSpPr>
              <a:spLocks/>
            </p:cNvSpPr>
            <p:nvPr/>
          </p:nvSpPr>
          <p:spPr bwMode="invGray">
            <a:xfrm>
              <a:off x="928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" name="Freeform 18"/>
            <p:cNvSpPr>
              <a:spLocks/>
            </p:cNvSpPr>
            <p:nvPr/>
          </p:nvSpPr>
          <p:spPr bwMode="invGray">
            <a:xfrm>
              <a:off x="1037" y="333"/>
              <a:ext cx="40" cy="249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" name="Freeform 19"/>
            <p:cNvSpPr>
              <a:spLocks/>
            </p:cNvSpPr>
            <p:nvPr/>
          </p:nvSpPr>
          <p:spPr bwMode="invGray">
            <a:xfrm>
              <a:off x="1145" y="407"/>
              <a:ext cx="39" cy="13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7" name="Freeform 20"/>
            <p:cNvSpPr>
              <a:spLocks/>
            </p:cNvSpPr>
            <p:nvPr/>
          </p:nvSpPr>
          <p:spPr bwMode="invGray">
            <a:xfrm>
              <a:off x="1254" y="462"/>
              <a:ext cx="40" cy="81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0031623"/>
      </p:ext>
    </p:extLst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_gradi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4" name="Rectangle 5"/>
          <p:cNvSpPr>
            <a:spLocks noChangeArrowheads="1"/>
          </p:cNvSpPr>
          <p:nvPr userDrawn="1"/>
        </p:nvSpPr>
        <p:spPr bwMode="ltGray">
          <a:xfrm>
            <a:off x="10350213" y="6584515"/>
            <a:ext cx="1083988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chemeClr val="bg1"/>
                </a:solidFill>
                <a:latin typeface="+mj-lt"/>
              </a:rPr>
              <a:t>Cisco Confidential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 dirty="0">
                <a:solidFill>
                  <a:schemeClr val="bg2"/>
                </a:solidFill>
                <a:latin typeface="+mj-lt"/>
              </a:rPr>
              <a:t>© 2011 Cisco and/or its affiliates. All rights reserved.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chemeClr val="bg2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1915374"/>
      </p:ext>
    </p:extLst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Rectangle 33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5" name="Freeform 34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95096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green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8467" y="0"/>
            <a:ext cx="12196800" cy="6860699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20" name="Rectangle 19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1" name="Freeform 20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2" name="Freeform 21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3" name="Freeform 22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4" name="Freeform 23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5" name="Freeform 24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6" name="Freeform 25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7" name="Freeform 26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8" name="Freeform 27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29" name="Freeform 28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0" name="Freeform 29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1" name="Freeform 30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2" name="Freeform 31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3" name="Freeform 32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14799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22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6" name="Rectangle 35"/>
          <p:cNvSpPr>
            <a:spLocks noChangeArrowheads="1"/>
          </p:cNvSpPr>
          <p:nvPr userDrawn="1"/>
        </p:nvSpPr>
        <p:spPr bwMode="black">
          <a:xfrm>
            <a:off x="5886028" y="5844550"/>
            <a:ext cx="41454" cy="1570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6127519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/>
          </p:cNvSpPr>
          <p:nvPr userDrawn="1"/>
        </p:nvSpPr>
        <p:spPr bwMode="black">
          <a:xfrm>
            <a:off x="5712502" y="5840202"/>
            <a:ext cx="120022" cy="165712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 noEditPoints="1"/>
          </p:cNvSpPr>
          <p:nvPr userDrawn="1"/>
        </p:nvSpPr>
        <p:spPr bwMode="black">
          <a:xfrm>
            <a:off x="6290923" y="5840202"/>
            <a:ext cx="164850" cy="165712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5980985" y="5840202"/>
            <a:ext cx="107490" cy="165712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5630077" y="5654198"/>
            <a:ext cx="39043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5739494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5846985" y="5525688"/>
            <a:ext cx="39043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5956403" y="5600088"/>
            <a:ext cx="39043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6063410" y="5654198"/>
            <a:ext cx="41454" cy="80682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6172829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6282248" y="5525688"/>
            <a:ext cx="39525" cy="24832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8" name="Freeform 47"/>
          <p:cNvSpPr>
            <a:spLocks/>
          </p:cNvSpPr>
          <p:nvPr userDrawn="1"/>
        </p:nvSpPr>
        <p:spPr bwMode="black">
          <a:xfrm>
            <a:off x="6389737" y="5600088"/>
            <a:ext cx="39525" cy="1347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9" name="Freeform 48"/>
          <p:cNvSpPr>
            <a:spLocks/>
          </p:cNvSpPr>
          <p:nvPr userDrawn="1"/>
        </p:nvSpPr>
        <p:spPr bwMode="black">
          <a:xfrm>
            <a:off x="6499155" y="5654198"/>
            <a:ext cx="39525" cy="8068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13786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1.91391E-6 L -5.55556E-7 0.02314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93242E-6 L 4.72222E-6 0.0296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91391E-6 L 0 0.02314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93242E-6 L -4.72222E-6 0.02962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91391E-6 L 4.16667E-6 0.02314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2.36056E-6 L 2.77778E-7 -0.02338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6056E-6 L -8.33333E-7 -0.02338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6056E-6 L 4.44444E-6 -0.02338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36056E-6 L 3.33333E-6 -0.02338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-red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Documents and Settings\contractor\Desktop\Blue_Green_Gradien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  <p:sp>
        <p:nvSpPr>
          <p:cNvPr id="34" name="TextBox 33"/>
          <p:cNvSpPr txBox="1"/>
          <p:nvPr userDrawn="1"/>
        </p:nvSpPr>
        <p:spPr>
          <a:xfrm>
            <a:off x="859588" y="3060490"/>
            <a:ext cx="246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+mj-lt"/>
              </a:rPr>
              <a:t>Thank you.</a:t>
            </a:r>
          </a:p>
        </p:txBody>
      </p:sp>
      <p:sp>
        <p:nvSpPr>
          <p:cNvPr id="35" name="Rectangle 34"/>
          <p:cNvSpPr>
            <a:spLocks noChangeArrowheads="1"/>
          </p:cNvSpPr>
          <p:nvPr userDrawn="1"/>
        </p:nvSpPr>
        <p:spPr bwMode="black">
          <a:xfrm>
            <a:off x="8411549" y="3708604"/>
            <a:ext cx="116646" cy="44182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6" name="Freeform 35"/>
          <p:cNvSpPr>
            <a:spLocks/>
          </p:cNvSpPr>
          <p:nvPr userDrawn="1"/>
        </p:nvSpPr>
        <p:spPr bwMode="black">
          <a:xfrm>
            <a:off x="9091078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1" y="80"/>
              </a:cxn>
              <a:cxn ang="0">
                <a:pos x="0" y="40"/>
              </a:cxn>
              <a:cxn ang="0">
                <a:pos x="41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8" y="23"/>
                  <a:pt x="51" y="20"/>
                  <a:pt x="42" y="20"/>
                </a:cubicBezTo>
                <a:cubicBezTo>
                  <a:pt x="30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1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1" y="0"/>
                </a:cubicBezTo>
                <a:cubicBezTo>
                  <a:pt x="50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black">
          <a:xfrm>
            <a:off x="7923263" y="3697606"/>
            <a:ext cx="337730" cy="466297"/>
          </a:xfrm>
          <a:custGeom>
            <a:avLst/>
            <a:gdLst/>
            <a:ahLst/>
            <a:cxnLst>
              <a:cxn ang="0">
                <a:pos x="58" y="24"/>
              </a:cxn>
              <a:cxn ang="0">
                <a:pos x="42" y="20"/>
              </a:cxn>
              <a:cxn ang="0">
                <a:pos x="21" y="40"/>
              </a:cxn>
              <a:cxn ang="0">
                <a:pos x="42" y="60"/>
              </a:cxn>
              <a:cxn ang="0">
                <a:pos x="58" y="56"/>
              </a:cxn>
              <a:cxn ang="0">
                <a:pos x="58" y="77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58" y="3"/>
              </a:cxn>
              <a:cxn ang="0">
                <a:pos x="58" y="24"/>
              </a:cxn>
            </a:cxnLst>
            <a:rect l="0" t="0" r="r" b="b"/>
            <a:pathLst>
              <a:path w="58" h="80">
                <a:moveTo>
                  <a:pt x="58" y="24"/>
                </a:moveTo>
                <a:cubicBezTo>
                  <a:pt x="57" y="23"/>
                  <a:pt x="51" y="20"/>
                  <a:pt x="42" y="20"/>
                </a:cubicBezTo>
                <a:cubicBezTo>
                  <a:pt x="29" y="20"/>
                  <a:pt x="21" y="28"/>
                  <a:pt x="21" y="40"/>
                </a:cubicBezTo>
                <a:cubicBezTo>
                  <a:pt x="21" y="51"/>
                  <a:pt x="29" y="60"/>
                  <a:pt x="42" y="60"/>
                </a:cubicBezTo>
                <a:cubicBezTo>
                  <a:pt x="51" y="60"/>
                  <a:pt x="57" y="57"/>
                  <a:pt x="58" y="56"/>
                </a:cubicBezTo>
                <a:cubicBezTo>
                  <a:pt x="58" y="77"/>
                  <a:pt x="58" y="77"/>
                  <a:pt x="58" y="77"/>
                </a:cubicBezTo>
                <a:cubicBezTo>
                  <a:pt x="56" y="78"/>
                  <a:pt x="49" y="80"/>
                  <a:pt x="40" y="80"/>
                </a:cubicBezTo>
                <a:cubicBezTo>
                  <a:pt x="19" y="80"/>
                  <a:pt x="0" y="65"/>
                  <a:pt x="0" y="40"/>
                </a:cubicBezTo>
                <a:cubicBezTo>
                  <a:pt x="0" y="17"/>
                  <a:pt x="17" y="0"/>
                  <a:pt x="40" y="0"/>
                </a:cubicBezTo>
                <a:cubicBezTo>
                  <a:pt x="49" y="0"/>
                  <a:pt x="56" y="3"/>
                  <a:pt x="58" y="3"/>
                </a:cubicBezTo>
                <a:lnTo>
                  <a:pt x="58" y="2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8" name="Freeform 37"/>
          <p:cNvSpPr>
            <a:spLocks noEditPoints="1"/>
          </p:cNvSpPr>
          <p:nvPr userDrawn="1"/>
        </p:nvSpPr>
        <p:spPr bwMode="black">
          <a:xfrm>
            <a:off x="9550879" y="3697606"/>
            <a:ext cx="463871" cy="466297"/>
          </a:xfrm>
          <a:custGeom>
            <a:avLst/>
            <a:gdLst/>
            <a:ahLst/>
            <a:cxnLst>
              <a:cxn ang="0">
                <a:pos x="80" y="40"/>
              </a:cxn>
              <a:cxn ang="0">
                <a:pos x="40" y="80"/>
              </a:cxn>
              <a:cxn ang="0">
                <a:pos x="0" y="40"/>
              </a:cxn>
              <a:cxn ang="0">
                <a:pos x="40" y="0"/>
              </a:cxn>
              <a:cxn ang="0">
                <a:pos x="80" y="40"/>
              </a:cxn>
              <a:cxn ang="0">
                <a:pos x="40" y="20"/>
              </a:cxn>
              <a:cxn ang="0">
                <a:pos x="20" y="40"/>
              </a:cxn>
              <a:cxn ang="0">
                <a:pos x="40" y="60"/>
              </a:cxn>
              <a:cxn ang="0">
                <a:pos x="60" y="40"/>
              </a:cxn>
              <a:cxn ang="0">
                <a:pos x="40" y="20"/>
              </a:cxn>
            </a:cxnLst>
            <a:rect l="0" t="0" r="r" b="b"/>
            <a:pathLst>
              <a:path w="80" h="80">
                <a:moveTo>
                  <a:pt x="80" y="40"/>
                </a:moveTo>
                <a:cubicBezTo>
                  <a:pt x="80" y="62"/>
                  <a:pt x="64" y="80"/>
                  <a:pt x="40" y="80"/>
                </a:cubicBezTo>
                <a:cubicBezTo>
                  <a:pt x="16" y="80"/>
                  <a:pt x="0" y="62"/>
                  <a:pt x="0" y="40"/>
                </a:cubicBezTo>
                <a:cubicBezTo>
                  <a:pt x="0" y="18"/>
                  <a:pt x="16" y="0"/>
                  <a:pt x="40" y="0"/>
                </a:cubicBezTo>
                <a:cubicBezTo>
                  <a:pt x="64" y="0"/>
                  <a:pt x="80" y="18"/>
                  <a:pt x="80" y="40"/>
                </a:cubicBezTo>
                <a:moveTo>
                  <a:pt x="40" y="20"/>
                </a:moveTo>
                <a:cubicBezTo>
                  <a:pt x="29" y="20"/>
                  <a:pt x="20" y="29"/>
                  <a:pt x="20" y="40"/>
                </a:cubicBezTo>
                <a:cubicBezTo>
                  <a:pt x="20" y="51"/>
                  <a:pt x="29" y="60"/>
                  <a:pt x="40" y="60"/>
                </a:cubicBezTo>
                <a:cubicBezTo>
                  <a:pt x="51" y="60"/>
                  <a:pt x="60" y="51"/>
                  <a:pt x="60" y="40"/>
                </a:cubicBezTo>
                <a:cubicBezTo>
                  <a:pt x="60" y="29"/>
                  <a:pt x="51" y="20"/>
                  <a:pt x="40" y="20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39" name="Freeform 38"/>
          <p:cNvSpPr>
            <a:spLocks/>
          </p:cNvSpPr>
          <p:nvPr userDrawn="1"/>
        </p:nvSpPr>
        <p:spPr bwMode="black">
          <a:xfrm>
            <a:off x="8678746" y="3697606"/>
            <a:ext cx="302466" cy="466297"/>
          </a:xfrm>
          <a:custGeom>
            <a:avLst/>
            <a:gdLst/>
            <a:ahLst/>
            <a:cxnLst>
              <a:cxn ang="0">
                <a:pos x="47" y="19"/>
              </a:cxn>
              <a:cxn ang="0">
                <a:pos x="32" y="17"/>
              </a:cxn>
              <a:cxn ang="0">
                <a:pos x="20" y="23"/>
              </a:cxn>
              <a:cxn ang="0">
                <a:pos x="29" y="30"/>
              </a:cxn>
              <a:cxn ang="0">
                <a:pos x="34" y="32"/>
              </a:cxn>
              <a:cxn ang="0">
                <a:pos x="52" y="54"/>
              </a:cxn>
              <a:cxn ang="0">
                <a:pos x="21" y="80"/>
              </a:cxn>
              <a:cxn ang="0">
                <a:pos x="0" y="77"/>
              </a:cxn>
              <a:cxn ang="0">
                <a:pos x="0" y="60"/>
              </a:cxn>
              <a:cxn ang="0">
                <a:pos x="18" y="63"/>
              </a:cxn>
              <a:cxn ang="0">
                <a:pos x="32" y="56"/>
              </a:cxn>
              <a:cxn ang="0">
                <a:pos x="23" y="48"/>
              </a:cxn>
              <a:cxn ang="0">
                <a:pos x="19" y="47"/>
              </a:cxn>
              <a:cxn ang="0">
                <a:pos x="0" y="24"/>
              </a:cxn>
              <a:cxn ang="0">
                <a:pos x="28" y="0"/>
              </a:cxn>
              <a:cxn ang="0">
                <a:pos x="47" y="3"/>
              </a:cxn>
              <a:cxn ang="0">
                <a:pos x="47" y="19"/>
              </a:cxn>
            </a:cxnLst>
            <a:rect l="0" t="0" r="r" b="b"/>
            <a:pathLst>
              <a:path w="52" h="80">
                <a:moveTo>
                  <a:pt x="47" y="19"/>
                </a:moveTo>
                <a:cubicBezTo>
                  <a:pt x="47" y="19"/>
                  <a:pt x="38" y="17"/>
                  <a:pt x="32" y="17"/>
                </a:cubicBezTo>
                <a:cubicBezTo>
                  <a:pt x="24" y="17"/>
                  <a:pt x="20" y="19"/>
                  <a:pt x="20" y="23"/>
                </a:cubicBezTo>
                <a:cubicBezTo>
                  <a:pt x="20" y="28"/>
                  <a:pt x="26" y="29"/>
                  <a:pt x="29" y="30"/>
                </a:cubicBezTo>
                <a:cubicBezTo>
                  <a:pt x="34" y="32"/>
                  <a:pt x="34" y="32"/>
                  <a:pt x="34" y="32"/>
                </a:cubicBezTo>
                <a:cubicBezTo>
                  <a:pt x="47" y="36"/>
                  <a:pt x="52" y="45"/>
                  <a:pt x="52" y="54"/>
                </a:cubicBezTo>
                <a:cubicBezTo>
                  <a:pt x="52" y="73"/>
                  <a:pt x="35" y="80"/>
                  <a:pt x="21" y="80"/>
                </a:cubicBezTo>
                <a:cubicBezTo>
                  <a:pt x="10" y="80"/>
                  <a:pt x="1" y="78"/>
                  <a:pt x="0" y="77"/>
                </a:cubicBezTo>
                <a:cubicBezTo>
                  <a:pt x="0" y="60"/>
                  <a:pt x="0" y="60"/>
                  <a:pt x="0" y="60"/>
                </a:cubicBezTo>
                <a:cubicBezTo>
                  <a:pt x="2" y="60"/>
                  <a:pt x="10" y="63"/>
                  <a:pt x="18" y="63"/>
                </a:cubicBezTo>
                <a:cubicBezTo>
                  <a:pt x="28" y="63"/>
                  <a:pt x="32" y="60"/>
                  <a:pt x="32" y="56"/>
                </a:cubicBezTo>
                <a:cubicBezTo>
                  <a:pt x="32" y="52"/>
                  <a:pt x="28" y="49"/>
                  <a:pt x="23" y="48"/>
                </a:cubicBezTo>
                <a:cubicBezTo>
                  <a:pt x="22" y="48"/>
                  <a:pt x="21" y="47"/>
                  <a:pt x="19" y="47"/>
                </a:cubicBezTo>
                <a:cubicBezTo>
                  <a:pt x="9" y="43"/>
                  <a:pt x="0" y="37"/>
                  <a:pt x="0" y="24"/>
                </a:cubicBezTo>
                <a:cubicBezTo>
                  <a:pt x="0" y="10"/>
                  <a:pt x="10" y="0"/>
                  <a:pt x="28" y="0"/>
                </a:cubicBezTo>
                <a:cubicBezTo>
                  <a:pt x="37" y="0"/>
                  <a:pt x="46" y="3"/>
                  <a:pt x="47" y="3"/>
                </a:cubicBezTo>
                <a:lnTo>
                  <a:pt x="47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0" name="Freeform 39"/>
          <p:cNvSpPr>
            <a:spLocks/>
          </p:cNvSpPr>
          <p:nvPr userDrawn="1"/>
        </p:nvSpPr>
        <p:spPr bwMode="black">
          <a:xfrm>
            <a:off x="7691327" y="3082440"/>
            <a:ext cx="109864" cy="227032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10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1" name="Freeform 40"/>
          <p:cNvSpPr>
            <a:spLocks/>
          </p:cNvSpPr>
          <p:nvPr userDrawn="1"/>
        </p:nvSpPr>
        <p:spPr bwMode="black">
          <a:xfrm>
            <a:off x="7999216" y="2930181"/>
            <a:ext cx="109864" cy="379291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4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4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2" name="Freeform 41"/>
          <p:cNvSpPr>
            <a:spLocks/>
          </p:cNvSpPr>
          <p:nvPr userDrawn="1"/>
        </p:nvSpPr>
        <p:spPr bwMode="black">
          <a:xfrm>
            <a:off x="8301685" y="2720823"/>
            <a:ext cx="109864" cy="698767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111"/>
              </a:cxn>
              <a:cxn ang="0">
                <a:pos x="10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5" y="120"/>
                  <a:pt x="10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3" name="Freeform 42"/>
          <p:cNvSpPr>
            <a:spLocks/>
          </p:cNvSpPr>
          <p:nvPr userDrawn="1"/>
        </p:nvSpPr>
        <p:spPr bwMode="black">
          <a:xfrm>
            <a:off x="8609574" y="2930181"/>
            <a:ext cx="109864" cy="379292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56"/>
              </a:cxn>
              <a:cxn ang="0">
                <a:pos x="9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9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4" name="Freeform 43"/>
          <p:cNvSpPr>
            <a:spLocks/>
          </p:cNvSpPr>
          <p:nvPr userDrawn="1"/>
        </p:nvSpPr>
        <p:spPr bwMode="black">
          <a:xfrm>
            <a:off x="8910684" y="3082441"/>
            <a:ext cx="116646" cy="227031"/>
          </a:xfrm>
          <a:custGeom>
            <a:avLst/>
            <a:gdLst/>
            <a:ahLst/>
            <a:cxnLst>
              <a:cxn ang="0">
                <a:pos x="20" y="10"/>
              </a:cxn>
              <a:cxn ang="0">
                <a:pos x="10" y="0"/>
              </a:cxn>
              <a:cxn ang="0">
                <a:pos x="0" y="10"/>
              </a:cxn>
              <a:cxn ang="0">
                <a:pos x="0" y="30"/>
              </a:cxn>
              <a:cxn ang="0">
                <a:pos x="10" y="39"/>
              </a:cxn>
              <a:cxn ang="0">
                <a:pos x="20" y="30"/>
              </a:cxn>
              <a:cxn ang="0">
                <a:pos x="20" y="10"/>
              </a:cxn>
            </a:cxnLst>
            <a:rect l="0" t="0" r="r" b="b"/>
            <a:pathLst>
              <a:path w="20" h="39">
                <a:moveTo>
                  <a:pt x="20" y="10"/>
                </a:moveTo>
                <a:cubicBezTo>
                  <a:pt x="20" y="4"/>
                  <a:pt x="15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5" y="39"/>
                  <a:pt x="10" y="39"/>
                </a:cubicBezTo>
                <a:cubicBezTo>
                  <a:pt x="15" y="39"/>
                  <a:pt x="20" y="35"/>
                  <a:pt x="20" y="30"/>
                </a:cubicBezTo>
                <a:lnTo>
                  <a:pt x="20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5" name="Freeform 44"/>
          <p:cNvSpPr>
            <a:spLocks/>
          </p:cNvSpPr>
          <p:nvPr userDrawn="1"/>
        </p:nvSpPr>
        <p:spPr bwMode="black">
          <a:xfrm>
            <a:off x="9218576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4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6" name="Freeform 45"/>
          <p:cNvSpPr>
            <a:spLocks/>
          </p:cNvSpPr>
          <p:nvPr userDrawn="1"/>
        </p:nvSpPr>
        <p:spPr bwMode="black">
          <a:xfrm>
            <a:off x="9526468" y="2720823"/>
            <a:ext cx="111220" cy="698766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9" y="0"/>
              </a:cxn>
              <a:cxn ang="0">
                <a:pos x="0" y="9"/>
              </a:cxn>
              <a:cxn ang="0">
                <a:pos x="0" y="111"/>
              </a:cxn>
              <a:cxn ang="0">
                <a:pos x="9" y="120"/>
              </a:cxn>
              <a:cxn ang="0">
                <a:pos x="19" y="111"/>
              </a:cxn>
              <a:cxn ang="0">
                <a:pos x="19" y="9"/>
              </a:cxn>
            </a:cxnLst>
            <a:rect l="0" t="0" r="r" b="b"/>
            <a:pathLst>
              <a:path w="19" h="120">
                <a:moveTo>
                  <a:pt x="19" y="9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6"/>
                  <a:pt x="4" y="120"/>
                  <a:pt x="9" y="120"/>
                </a:cubicBezTo>
                <a:cubicBezTo>
                  <a:pt x="15" y="120"/>
                  <a:pt x="19" y="116"/>
                  <a:pt x="19" y="111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47" name="Freeform 46"/>
          <p:cNvSpPr>
            <a:spLocks/>
          </p:cNvSpPr>
          <p:nvPr userDrawn="1"/>
        </p:nvSpPr>
        <p:spPr bwMode="black">
          <a:xfrm>
            <a:off x="9828931" y="2930181"/>
            <a:ext cx="111220" cy="379290"/>
          </a:xfrm>
          <a:custGeom>
            <a:avLst/>
            <a:gdLst/>
            <a:ahLst/>
            <a:cxnLst>
              <a:cxn ang="0">
                <a:pos x="19" y="9"/>
              </a:cxn>
              <a:cxn ang="0">
                <a:pos x="10" y="0"/>
              </a:cxn>
              <a:cxn ang="0">
                <a:pos x="0" y="9"/>
              </a:cxn>
              <a:cxn ang="0">
                <a:pos x="0" y="56"/>
              </a:cxn>
              <a:cxn ang="0">
                <a:pos x="10" y="65"/>
              </a:cxn>
              <a:cxn ang="0">
                <a:pos x="19" y="56"/>
              </a:cxn>
              <a:cxn ang="0">
                <a:pos x="19" y="9"/>
              </a:cxn>
            </a:cxnLst>
            <a:rect l="0" t="0" r="r" b="b"/>
            <a:pathLst>
              <a:path w="19" h="65">
                <a:moveTo>
                  <a:pt x="19" y="9"/>
                </a:moveTo>
                <a:cubicBezTo>
                  <a:pt x="19" y="4"/>
                  <a:pt x="15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1"/>
                  <a:pt x="5" y="65"/>
                  <a:pt x="10" y="65"/>
                </a:cubicBezTo>
                <a:cubicBezTo>
                  <a:pt x="15" y="65"/>
                  <a:pt x="19" y="61"/>
                  <a:pt x="19" y="56"/>
                </a:cubicBezTo>
                <a:lnTo>
                  <a:pt x="19" y="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  <p:sp>
        <p:nvSpPr>
          <p:cNvPr id="50" name="Freeform 49"/>
          <p:cNvSpPr>
            <a:spLocks/>
          </p:cNvSpPr>
          <p:nvPr userDrawn="1"/>
        </p:nvSpPr>
        <p:spPr bwMode="black">
          <a:xfrm>
            <a:off x="10136823" y="3082441"/>
            <a:ext cx="111220" cy="227031"/>
          </a:xfrm>
          <a:custGeom>
            <a:avLst/>
            <a:gdLst/>
            <a:ahLst/>
            <a:cxnLst>
              <a:cxn ang="0">
                <a:pos x="19" y="10"/>
              </a:cxn>
              <a:cxn ang="0">
                <a:pos x="9" y="0"/>
              </a:cxn>
              <a:cxn ang="0">
                <a:pos x="0" y="10"/>
              </a:cxn>
              <a:cxn ang="0">
                <a:pos x="0" y="30"/>
              </a:cxn>
              <a:cxn ang="0">
                <a:pos x="9" y="39"/>
              </a:cxn>
              <a:cxn ang="0">
                <a:pos x="19" y="30"/>
              </a:cxn>
              <a:cxn ang="0">
                <a:pos x="19" y="10"/>
              </a:cxn>
            </a:cxnLst>
            <a:rect l="0" t="0" r="r" b="b"/>
            <a:pathLst>
              <a:path w="19" h="39">
                <a:moveTo>
                  <a:pt x="19" y="10"/>
                </a:moveTo>
                <a:cubicBezTo>
                  <a:pt x="19" y="4"/>
                  <a:pt x="15" y="0"/>
                  <a:pt x="9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5"/>
                  <a:pt x="4" y="39"/>
                  <a:pt x="9" y="39"/>
                </a:cubicBezTo>
                <a:cubicBezTo>
                  <a:pt x="15" y="39"/>
                  <a:pt x="19" y="35"/>
                  <a:pt x="19" y="30"/>
                </a:cubicBezTo>
                <a:lnTo>
                  <a:pt x="19" y="1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 sz="1800">
              <a:solidFill>
                <a:srgbClr val="0096D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57164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62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7 L -4.72222E-6 0.09143 " pathEditMode="relative" rAng="0" ptsTypes="AA">
                                      <p:cBhvr>
                                        <p:cTn id="41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6 L 5E-6 0.11157 " pathEditMode="relative" rAng="0" ptsTypes="AA">
                                      <p:cBhvr>
                                        <p:cTn id="43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81481E-6 L 4.72222E-6 0.09143 " pathEditMode="relative" rAng="0" ptsTypes="AA">
                                      <p:cBhvr>
                                        <p:cTn id="45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7037E-6 L -2.77778E-6 0.11157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4.81481E-6 L 5.55556E-7 0.09143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33333E-6 L 4.72222E-6 -0.10764 " pathEditMode="relative" rAng="0" ptsTypes="AA">
                                      <p:cBhvr>
                                        <p:cTn id="51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33333E-6 L 4.44444E-6 -0.10764 " pathEditMode="relative" rAng="0" ptsTypes="AA">
                                      <p:cBhvr>
                                        <p:cTn id="53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-2.22222E-6 -0.10764 " pathEditMode="relative" rAng="0" ptsTypes="AA">
                                      <p:cBhvr>
                                        <p:cTn id="55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1.11111E-6 -0.10764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9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50" grpId="0" animBg="1"/>
      <p:bldP spid="50" grpId="1" animBg="1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182390"/>
      </p:ext>
    </p:extLst>
  </p:cSld>
  <p:clrMapOvr>
    <a:masterClrMapping/>
  </p:clrMapOvr>
  <p:transition spd="slow">
    <p:wipe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soli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contractor\Desktop\Blue_Green_Gradien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6933" y="0"/>
            <a:ext cx="1220893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28"/>
          <p:cNvSpPr/>
          <p:nvPr/>
        </p:nvSpPr>
        <p:spPr>
          <a:xfrm>
            <a:off x="2432052" y="-3570288"/>
            <a:ext cx="2305049" cy="1401445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" name="Rounded Rectangle 29"/>
          <p:cNvSpPr/>
          <p:nvPr/>
        </p:nvSpPr>
        <p:spPr>
          <a:xfrm>
            <a:off x="1" y="-638175"/>
            <a:ext cx="2307167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  <a:alpha val="18000"/>
                </a:scheme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" name="Rounded Rectangle 30"/>
          <p:cNvSpPr/>
          <p:nvPr/>
        </p:nvSpPr>
        <p:spPr>
          <a:xfrm rot="10800000">
            <a:off x="1352552" y="4248150"/>
            <a:ext cx="2305049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Rounded Rectangle 31"/>
          <p:cNvSpPr/>
          <p:nvPr/>
        </p:nvSpPr>
        <p:spPr>
          <a:xfrm>
            <a:off x="8779933" y="-2913063"/>
            <a:ext cx="2307167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" name="Rounded Rectangle 32"/>
          <p:cNvSpPr/>
          <p:nvPr/>
        </p:nvSpPr>
        <p:spPr>
          <a:xfrm>
            <a:off x="10807701" y="5699125"/>
            <a:ext cx="2305050" cy="814863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4">
                  <a:lumMod val="75000"/>
                  <a:alpha val="28000"/>
                </a:schemeClr>
              </a:gs>
              <a:gs pos="100000">
                <a:schemeClr val="accent4">
                  <a:lumMod val="75000"/>
                  <a:alpha val="2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Rounded Rectangle 33"/>
          <p:cNvSpPr/>
          <p:nvPr/>
        </p:nvSpPr>
        <p:spPr>
          <a:xfrm rot="10800000">
            <a:off x="4047067" y="1516065"/>
            <a:ext cx="2307167" cy="814863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57550">
                  <a:alpha val="46000"/>
                </a:srgbClr>
              </a:gs>
              <a:gs pos="100000">
                <a:schemeClr val="accent1">
                  <a:shade val="100000"/>
                  <a:satMod val="115000"/>
                  <a:alpha val="2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kern="1200"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38"/>
          <p:cNvGrpSpPr/>
          <p:nvPr/>
        </p:nvGrpSpPr>
        <p:grpSpPr>
          <a:xfrm>
            <a:off x="455085" y="311151"/>
            <a:ext cx="1105560" cy="438358"/>
            <a:chOff x="609600" y="528537"/>
            <a:chExt cx="1444734" cy="763789"/>
          </a:xfrm>
          <a:solidFill>
            <a:schemeClr val="bg1"/>
          </a:solidFill>
        </p:grpSpPr>
        <p:sp>
          <p:nvSpPr>
            <p:cNvPr id="12" name="Rectangle 63"/>
            <p:cNvSpPr>
              <a:spLocks noChangeArrowheads="1"/>
            </p:cNvSpPr>
            <p:nvPr/>
          </p:nvSpPr>
          <p:spPr bwMode="black">
            <a:xfrm>
              <a:off x="1016578" y="1035681"/>
              <a:ext cx="65914" cy="24973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3" name="Freeform 64"/>
            <p:cNvSpPr>
              <a:spLocks/>
            </p:cNvSpPr>
            <p:nvPr/>
          </p:nvSpPr>
          <p:spPr bwMode="black">
            <a:xfrm>
              <a:off x="1400563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1" y="80"/>
                </a:cxn>
                <a:cxn ang="0">
                  <a:pos x="0" y="40"/>
                </a:cxn>
                <a:cxn ang="0">
                  <a:pos x="41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8" y="23"/>
                    <a:pt x="51" y="20"/>
                    <a:pt x="42" y="20"/>
                  </a:cubicBezTo>
                  <a:cubicBezTo>
                    <a:pt x="30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1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1" y="0"/>
                  </a:cubicBezTo>
                  <a:cubicBezTo>
                    <a:pt x="50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4" name="Freeform 65"/>
            <p:cNvSpPr>
              <a:spLocks/>
            </p:cNvSpPr>
            <p:nvPr/>
          </p:nvSpPr>
          <p:spPr bwMode="black">
            <a:xfrm>
              <a:off x="740661" y="1028765"/>
              <a:ext cx="190843" cy="263561"/>
            </a:xfrm>
            <a:custGeom>
              <a:avLst/>
              <a:gdLst/>
              <a:ahLst/>
              <a:cxnLst>
                <a:cxn ang="0">
                  <a:pos x="58" y="24"/>
                </a:cxn>
                <a:cxn ang="0">
                  <a:pos x="42" y="20"/>
                </a:cxn>
                <a:cxn ang="0">
                  <a:pos x="21" y="40"/>
                </a:cxn>
                <a:cxn ang="0">
                  <a:pos x="42" y="60"/>
                </a:cxn>
                <a:cxn ang="0">
                  <a:pos x="58" y="56"/>
                </a:cxn>
                <a:cxn ang="0">
                  <a:pos x="58" y="77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58" y="3"/>
                </a:cxn>
                <a:cxn ang="0">
                  <a:pos x="58" y="24"/>
                </a:cxn>
              </a:cxnLst>
              <a:rect l="0" t="0" r="r" b="b"/>
              <a:pathLst>
                <a:path w="58" h="80">
                  <a:moveTo>
                    <a:pt x="58" y="24"/>
                  </a:moveTo>
                  <a:cubicBezTo>
                    <a:pt x="57" y="23"/>
                    <a:pt x="51" y="20"/>
                    <a:pt x="42" y="20"/>
                  </a:cubicBezTo>
                  <a:cubicBezTo>
                    <a:pt x="29" y="20"/>
                    <a:pt x="21" y="28"/>
                    <a:pt x="21" y="40"/>
                  </a:cubicBezTo>
                  <a:cubicBezTo>
                    <a:pt x="21" y="51"/>
                    <a:pt x="29" y="60"/>
                    <a:pt x="42" y="60"/>
                  </a:cubicBezTo>
                  <a:cubicBezTo>
                    <a:pt x="51" y="60"/>
                    <a:pt x="57" y="57"/>
                    <a:pt x="58" y="56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6" y="78"/>
                    <a:pt x="49" y="80"/>
                    <a:pt x="40" y="80"/>
                  </a:cubicBezTo>
                  <a:cubicBezTo>
                    <a:pt x="19" y="80"/>
                    <a:pt x="0" y="65"/>
                    <a:pt x="0" y="40"/>
                  </a:cubicBezTo>
                  <a:cubicBezTo>
                    <a:pt x="0" y="17"/>
                    <a:pt x="17" y="0"/>
                    <a:pt x="40" y="0"/>
                  </a:cubicBezTo>
                  <a:cubicBezTo>
                    <a:pt x="49" y="0"/>
                    <a:pt x="56" y="3"/>
                    <a:pt x="58" y="3"/>
                  </a:cubicBezTo>
                  <a:lnTo>
                    <a:pt x="58" y="2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5" name="Freeform 66"/>
            <p:cNvSpPr>
              <a:spLocks noEditPoints="1"/>
            </p:cNvSpPr>
            <p:nvPr/>
          </p:nvSpPr>
          <p:spPr bwMode="black">
            <a:xfrm>
              <a:off x="1660385" y="1028765"/>
              <a:ext cx="262122" cy="263561"/>
            </a:xfrm>
            <a:custGeom>
              <a:avLst/>
              <a:gdLst/>
              <a:ahLst/>
              <a:cxnLst>
                <a:cxn ang="0">
                  <a:pos x="80" y="40"/>
                </a:cxn>
                <a:cxn ang="0">
                  <a:pos x="40" y="80"/>
                </a:cxn>
                <a:cxn ang="0">
                  <a:pos x="0" y="40"/>
                </a:cxn>
                <a:cxn ang="0">
                  <a:pos x="40" y="0"/>
                </a:cxn>
                <a:cxn ang="0">
                  <a:pos x="80" y="40"/>
                </a:cxn>
                <a:cxn ang="0">
                  <a:pos x="40" y="20"/>
                </a:cxn>
                <a:cxn ang="0">
                  <a:pos x="20" y="40"/>
                </a:cxn>
                <a:cxn ang="0">
                  <a:pos x="40" y="60"/>
                </a:cxn>
                <a:cxn ang="0">
                  <a:pos x="60" y="40"/>
                </a:cxn>
                <a:cxn ang="0">
                  <a:pos x="40" y="20"/>
                </a:cxn>
              </a:cxnLst>
              <a:rect l="0" t="0" r="r" b="b"/>
              <a:pathLst>
                <a:path w="80" h="80">
                  <a:moveTo>
                    <a:pt x="80" y="40"/>
                  </a:moveTo>
                  <a:cubicBezTo>
                    <a:pt x="80" y="62"/>
                    <a:pt x="64" y="80"/>
                    <a:pt x="40" y="80"/>
                  </a:cubicBezTo>
                  <a:cubicBezTo>
                    <a:pt x="16" y="80"/>
                    <a:pt x="0" y="62"/>
                    <a:pt x="0" y="40"/>
                  </a:cubicBezTo>
                  <a:cubicBezTo>
                    <a:pt x="0" y="18"/>
                    <a:pt x="16" y="0"/>
                    <a:pt x="40" y="0"/>
                  </a:cubicBezTo>
                  <a:cubicBezTo>
                    <a:pt x="64" y="0"/>
                    <a:pt x="80" y="18"/>
                    <a:pt x="80" y="40"/>
                  </a:cubicBezTo>
                  <a:moveTo>
                    <a:pt x="40" y="20"/>
                  </a:moveTo>
                  <a:cubicBezTo>
                    <a:pt x="29" y="20"/>
                    <a:pt x="20" y="29"/>
                    <a:pt x="20" y="40"/>
                  </a:cubicBezTo>
                  <a:cubicBezTo>
                    <a:pt x="20" y="51"/>
                    <a:pt x="29" y="60"/>
                    <a:pt x="40" y="60"/>
                  </a:cubicBezTo>
                  <a:cubicBezTo>
                    <a:pt x="51" y="60"/>
                    <a:pt x="60" y="51"/>
                    <a:pt x="60" y="40"/>
                  </a:cubicBezTo>
                  <a:cubicBezTo>
                    <a:pt x="60" y="29"/>
                    <a:pt x="51" y="20"/>
                    <a:pt x="40" y="2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6" name="Freeform 67"/>
            <p:cNvSpPr>
              <a:spLocks/>
            </p:cNvSpPr>
            <p:nvPr/>
          </p:nvSpPr>
          <p:spPr bwMode="black">
            <a:xfrm>
              <a:off x="1167566" y="1028765"/>
              <a:ext cx="170916" cy="263561"/>
            </a:xfrm>
            <a:custGeom>
              <a:avLst/>
              <a:gdLst/>
              <a:ahLst/>
              <a:cxnLst>
                <a:cxn ang="0">
                  <a:pos x="47" y="19"/>
                </a:cxn>
                <a:cxn ang="0">
                  <a:pos x="32" y="17"/>
                </a:cxn>
                <a:cxn ang="0">
                  <a:pos x="20" y="23"/>
                </a:cxn>
                <a:cxn ang="0">
                  <a:pos x="29" y="30"/>
                </a:cxn>
                <a:cxn ang="0">
                  <a:pos x="34" y="32"/>
                </a:cxn>
                <a:cxn ang="0">
                  <a:pos x="52" y="54"/>
                </a:cxn>
                <a:cxn ang="0">
                  <a:pos x="21" y="80"/>
                </a:cxn>
                <a:cxn ang="0">
                  <a:pos x="0" y="77"/>
                </a:cxn>
                <a:cxn ang="0">
                  <a:pos x="0" y="60"/>
                </a:cxn>
                <a:cxn ang="0">
                  <a:pos x="18" y="63"/>
                </a:cxn>
                <a:cxn ang="0">
                  <a:pos x="32" y="56"/>
                </a:cxn>
                <a:cxn ang="0">
                  <a:pos x="23" y="48"/>
                </a:cxn>
                <a:cxn ang="0">
                  <a:pos x="19" y="47"/>
                </a:cxn>
                <a:cxn ang="0">
                  <a:pos x="0" y="24"/>
                </a:cxn>
                <a:cxn ang="0">
                  <a:pos x="28" y="0"/>
                </a:cxn>
                <a:cxn ang="0">
                  <a:pos x="47" y="3"/>
                </a:cxn>
                <a:cxn ang="0">
                  <a:pos x="47" y="19"/>
                </a:cxn>
              </a:cxnLst>
              <a:rect l="0" t="0" r="r" b="b"/>
              <a:pathLst>
                <a:path w="52" h="80">
                  <a:moveTo>
                    <a:pt x="47" y="19"/>
                  </a:moveTo>
                  <a:cubicBezTo>
                    <a:pt x="47" y="19"/>
                    <a:pt x="38" y="17"/>
                    <a:pt x="32" y="17"/>
                  </a:cubicBezTo>
                  <a:cubicBezTo>
                    <a:pt x="24" y="17"/>
                    <a:pt x="20" y="19"/>
                    <a:pt x="20" y="23"/>
                  </a:cubicBezTo>
                  <a:cubicBezTo>
                    <a:pt x="20" y="28"/>
                    <a:pt x="26" y="29"/>
                    <a:pt x="29" y="30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47" y="36"/>
                    <a:pt x="52" y="45"/>
                    <a:pt x="52" y="54"/>
                  </a:cubicBezTo>
                  <a:cubicBezTo>
                    <a:pt x="52" y="73"/>
                    <a:pt x="35" y="80"/>
                    <a:pt x="21" y="80"/>
                  </a:cubicBezTo>
                  <a:cubicBezTo>
                    <a:pt x="10" y="80"/>
                    <a:pt x="1" y="78"/>
                    <a:pt x="0" y="7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" y="60"/>
                    <a:pt x="10" y="63"/>
                    <a:pt x="18" y="63"/>
                  </a:cubicBezTo>
                  <a:cubicBezTo>
                    <a:pt x="28" y="63"/>
                    <a:pt x="32" y="60"/>
                    <a:pt x="32" y="56"/>
                  </a:cubicBezTo>
                  <a:cubicBezTo>
                    <a:pt x="32" y="52"/>
                    <a:pt x="28" y="49"/>
                    <a:pt x="23" y="48"/>
                  </a:cubicBezTo>
                  <a:cubicBezTo>
                    <a:pt x="22" y="48"/>
                    <a:pt x="21" y="47"/>
                    <a:pt x="19" y="47"/>
                  </a:cubicBezTo>
                  <a:cubicBezTo>
                    <a:pt x="9" y="43"/>
                    <a:pt x="0" y="37"/>
                    <a:pt x="0" y="24"/>
                  </a:cubicBezTo>
                  <a:cubicBezTo>
                    <a:pt x="0" y="10"/>
                    <a:pt x="10" y="0"/>
                    <a:pt x="28" y="0"/>
                  </a:cubicBezTo>
                  <a:cubicBezTo>
                    <a:pt x="37" y="0"/>
                    <a:pt x="46" y="3"/>
                    <a:pt x="47" y="3"/>
                  </a:cubicBezTo>
                  <a:lnTo>
                    <a:pt x="47" y="1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7" name="Freeform 68"/>
            <p:cNvSpPr>
              <a:spLocks/>
            </p:cNvSpPr>
            <p:nvPr/>
          </p:nvSpPr>
          <p:spPr bwMode="black">
            <a:xfrm>
              <a:off x="609600" y="732931"/>
              <a:ext cx="62081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10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8" name="Freeform 69"/>
            <p:cNvSpPr>
              <a:spLocks/>
            </p:cNvSpPr>
            <p:nvPr/>
          </p:nvSpPr>
          <p:spPr bwMode="black">
            <a:xfrm>
              <a:off x="783581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4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4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19" name="Freeform 70"/>
            <p:cNvSpPr>
              <a:spLocks/>
            </p:cNvSpPr>
            <p:nvPr/>
          </p:nvSpPr>
          <p:spPr bwMode="black">
            <a:xfrm>
              <a:off x="954497" y="528537"/>
              <a:ext cx="62081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10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5" y="120"/>
                    <a:pt x="10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0" name="Freeform 71"/>
            <p:cNvSpPr>
              <a:spLocks/>
            </p:cNvSpPr>
            <p:nvPr/>
          </p:nvSpPr>
          <p:spPr bwMode="black">
            <a:xfrm>
              <a:off x="1128478" y="646870"/>
              <a:ext cx="62081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9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9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1" name="Freeform 72"/>
            <p:cNvSpPr>
              <a:spLocks/>
            </p:cNvSpPr>
            <p:nvPr/>
          </p:nvSpPr>
          <p:spPr bwMode="black">
            <a:xfrm>
              <a:off x="1298627" y="732931"/>
              <a:ext cx="65914" cy="128323"/>
            </a:xfrm>
            <a:custGeom>
              <a:avLst/>
              <a:gdLst/>
              <a:ahLst/>
              <a:cxnLst>
                <a:cxn ang="0">
                  <a:pos x="20" y="10"/>
                </a:cxn>
                <a:cxn ang="0">
                  <a:pos x="10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10" y="39"/>
                </a:cxn>
                <a:cxn ang="0">
                  <a:pos x="20" y="30"/>
                </a:cxn>
                <a:cxn ang="0">
                  <a:pos x="20" y="10"/>
                </a:cxn>
              </a:cxnLst>
              <a:rect l="0" t="0" r="r" b="b"/>
              <a:pathLst>
                <a:path w="20" h="39">
                  <a:moveTo>
                    <a:pt x="20" y="10"/>
                  </a:moveTo>
                  <a:cubicBezTo>
                    <a:pt x="20" y="4"/>
                    <a:pt x="15" y="0"/>
                    <a:pt x="10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5" y="39"/>
                    <a:pt x="10" y="39"/>
                  </a:cubicBezTo>
                  <a:cubicBezTo>
                    <a:pt x="15" y="39"/>
                    <a:pt x="20" y="35"/>
                    <a:pt x="20" y="3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2" name="Freeform 73"/>
            <p:cNvSpPr>
              <a:spLocks/>
            </p:cNvSpPr>
            <p:nvPr/>
          </p:nvSpPr>
          <p:spPr bwMode="black">
            <a:xfrm>
              <a:off x="1472608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4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3" name="Freeform 74"/>
            <p:cNvSpPr>
              <a:spLocks/>
            </p:cNvSpPr>
            <p:nvPr/>
          </p:nvSpPr>
          <p:spPr bwMode="black">
            <a:xfrm>
              <a:off x="1646590" y="528537"/>
              <a:ext cx="62848" cy="394958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9" y="0"/>
                </a:cxn>
                <a:cxn ang="0">
                  <a:pos x="0" y="9"/>
                </a:cxn>
                <a:cxn ang="0">
                  <a:pos x="0" y="111"/>
                </a:cxn>
                <a:cxn ang="0">
                  <a:pos x="9" y="120"/>
                </a:cxn>
                <a:cxn ang="0">
                  <a:pos x="19" y="111"/>
                </a:cxn>
                <a:cxn ang="0">
                  <a:pos x="19" y="9"/>
                </a:cxn>
              </a:cxnLst>
              <a:rect l="0" t="0" r="r" b="b"/>
              <a:pathLst>
                <a:path w="19" h="120">
                  <a:moveTo>
                    <a:pt x="19" y="9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6"/>
                    <a:pt x="4" y="120"/>
                    <a:pt x="9" y="120"/>
                  </a:cubicBezTo>
                  <a:cubicBezTo>
                    <a:pt x="15" y="120"/>
                    <a:pt x="19" y="116"/>
                    <a:pt x="19" y="111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4" name="Freeform 75"/>
            <p:cNvSpPr>
              <a:spLocks/>
            </p:cNvSpPr>
            <p:nvPr/>
          </p:nvSpPr>
          <p:spPr bwMode="black">
            <a:xfrm>
              <a:off x="1817505" y="646870"/>
              <a:ext cx="62848" cy="214384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56"/>
                </a:cxn>
                <a:cxn ang="0">
                  <a:pos x="10" y="65"/>
                </a:cxn>
                <a:cxn ang="0">
                  <a:pos x="19" y="56"/>
                </a:cxn>
                <a:cxn ang="0">
                  <a:pos x="19" y="9"/>
                </a:cxn>
              </a:cxnLst>
              <a:rect l="0" t="0" r="r" b="b"/>
              <a:pathLst>
                <a:path w="19" h="65">
                  <a:moveTo>
                    <a:pt x="19" y="9"/>
                  </a:moveTo>
                  <a:cubicBezTo>
                    <a:pt x="19" y="4"/>
                    <a:pt x="15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1"/>
                    <a:pt x="5" y="65"/>
                    <a:pt x="10" y="65"/>
                  </a:cubicBezTo>
                  <a:cubicBezTo>
                    <a:pt x="15" y="65"/>
                    <a:pt x="19" y="61"/>
                    <a:pt x="19" y="56"/>
                  </a:cubicBezTo>
                  <a:lnTo>
                    <a:pt x="19" y="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  <p:sp>
          <p:nvSpPr>
            <p:cNvPr id="25" name="Freeform 76"/>
            <p:cNvSpPr>
              <a:spLocks/>
            </p:cNvSpPr>
            <p:nvPr/>
          </p:nvSpPr>
          <p:spPr bwMode="black">
            <a:xfrm>
              <a:off x="1991486" y="732931"/>
              <a:ext cx="62848" cy="12832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30"/>
                </a:cxn>
                <a:cxn ang="0">
                  <a:pos x="9" y="39"/>
                </a:cxn>
                <a:cxn ang="0">
                  <a:pos x="19" y="30"/>
                </a:cxn>
                <a:cxn ang="0">
                  <a:pos x="19" y="10"/>
                </a:cxn>
              </a:cxnLst>
              <a:rect l="0" t="0" r="r" b="b"/>
              <a:pathLst>
                <a:path w="19" h="39">
                  <a:moveTo>
                    <a:pt x="19" y="10"/>
                  </a:moveTo>
                  <a:cubicBezTo>
                    <a:pt x="19" y="4"/>
                    <a:pt x="15" y="0"/>
                    <a:pt x="9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5"/>
                    <a:pt x="4" y="39"/>
                    <a:pt x="9" y="39"/>
                  </a:cubicBezTo>
                  <a:cubicBezTo>
                    <a:pt x="15" y="39"/>
                    <a:pt x="19" y="35"/>
                    <a:pt x="19" y="30"/>
                  </a:cubicBezTo>
                  <a:lnTo>
                    <a:pt x="19" y="1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kern="1200">
                <a:solidFill>
                  <a:srgbClr val="0096D6"/>
                </a:solidFill>
                <a:latin typeface="Arial"/>
                <a:ea typeface="+mn-ea"/>
                <a:cs typeface="Arial" charset="0"/>
              </a:endParaRPr>
            </a:p>
          </p:txBody>
        </p:sp>
      </p:grpSp>
      <p:sp>
        <p:nvSpPr>
          <p:cNvPr id="26" name="Rectangle 5"/>
          <p:cNvSpPr>
            <a:spLocks noChangeArrowheads="1"/>
          </p:cNvSpPr>
          <p:nvPr/>
        </p:nvSpPr>
        <p:spPr bwMode="ltGray">
          <a:xfrm>
            <a:off x="10648040" y="6584320"/>
            <a:ext cx="786194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kern="1200" dirty="0">
                <a:solidFill>
                  <a:srgbClr val="FFFFFF"/>
                </a:solidFill>
                <a:latin typeface="Arial"/>
                <a:ea typeface="+mn-ea"/>
                <a:cs typeface="Arial" charset="0"/>
              </a:rPr>
              <a:t>Cisco Confidential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ltGray">
          <a:xfrm>
            <a:off x="334435" y="6586540"/>
            <a:ext cx="4561417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24" tIns="41061" rIns="82124" bIns="41061" anchor="b">
            <a:spAutoFit/>
          </a:bodyPr>
          <a:lstStyle/>
          <a:p>
            <a:pPr algn="l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00" kern="12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© 2010 Cisco and/or its affiliates. All rights reserved.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ltGray">
          <a:xfrm>
            <a:off x="11608192" y="6581144"/>
            <a:ext cx="259959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 rtl="0" fontAlgn="base">
              <a:spcBef>
                <a:spcPct val="0"/>
              </a:spcBef>
              <a:spcAft>
                <a:spcPct val="0"/>
              </a:spcAft>
              <a:defRPr/>
            </a:pPr>
            <a:fld id="{80F2D840-7A1E-48FF-9D07-1E80B459FEDA}" type="slidenum">
              <a:rPr lang="en-US" sz="600" kern="12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r" defTabSz="814388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600" kern="120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191" y="1236691"/>
            <a:ext cx="10816167" cy="2918779"/>
          </a:xfrm>
        </p:spPr>
        <p:txBody>
          <a:bodyPr/>
          <a:lstStyle>
            <a:lvl1pPr>
              <a:lnSpc>
                <a:spcPct val="90000"/>
              </a:lnSpc>
              <a:defRPr sz="6000" b="0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177" y="4464070"/>
            <a:ext cx="10816168" cy="38417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407103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repeatCount="indefinite" accel="50000" decel="50000" autoRev="1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7778E-6 -2.22045E-16 L -2.77778E-6 -1.425 " pathEditMode="fixed" rAng="0" ptsTypes="AA">
                                      <p:cBhvr>
                                        <p:cTn id="6" dur="4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3.05556E-6 0.88611 " pathEditMode="fixed" rAng="0" ptsTypes="AA">
                                      <p:cBhvr>
                                        <p:cTn id="8" dur="4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4" presetClass="path" presetSubtype="0" repeatCount="indefinite" accel="50000" decel="50000" autoRev="1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2.5E-6 3.7037E-6 L -2.5E-6 -1.33195 " pathEditMode="fixed" rAng="0" ptsTypes="AA">
                                      <p:cBhvr>
                                        <p:cTn id="10" dur="4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6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repeatCount="indefinite" accel="50000" decel="50000" autoRev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1.94444E-6 4.07407E-6 L -1.94444E-6 -1.42084 " pathEditMode="fixed" rAng="0" ptsTypes="AA">
                                      <p:cBhvr>
                                        <p:cTn id="12" dur="4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1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94444E-6 4.07407E-6 L 1.94444E-6 0.81944 " pathEditMode="fixed" rAng="0" ptsTypes="AA">
                                      <p:cBhvr>
                                        <p:cTn id="14" dur="4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-3.61111E-6 2.59259E-6 L -3.61111E-6 1.19028 " pathEditMode="fixed" rAng="0" ptsTypes="AA">
                                      <p:cBhvr>
                                        <p:cTn id="16" dur="4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Grey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hidden">
          <a:xfrm>
            <a:off x="1" y="3360739"/>
            <a:ext cx="12192000" cy="3497263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8E8E95">
                  <a:alpha val="5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9480" tIns="54738" rIns="109480" bIns="54738" anchor="ctr"/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337" y="304800"/>
            <a:ext cx="9914465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1058337" y="1186543"/>
            <a:ext cx="9914465" cy="381000"/>
          </a:xfrm>
        </p:spPr>
        <p:txBody>
          <a:bodyPr anchor="ctr">
            <a:noAutofit/>
          </a:bodyPr>
          <a:lstStyle>
            <a:lvl1pPr>
              <a:buFontTx/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1058334" y="6295482"/>
            <a:ext cx="9948334" cy="384721"/>
          </a:xfrm>
        </p:spPr>
        <p:txBody>
          <a:bodyPr anchor="b">
            <a:spAutoFit/>
          </a:bodyPr>
          <a:lstStyle>
            <a:lvl1pPr algn="l" defTabSz="1072963">
              <a:lnSpc>
                <a:spcPct val="100000"/>
              </a:lnSpc>
              <a:spcBef>
                <a:spcPct val="50000"/>
              </a:spcBef>
              <a:buNone/>
              <a:defRPr sz="1900"/>
            </a:lvl1pPr>
            <a:lvl2pPr>
              <a:buFont typeface="Arial" pitchFamily="34" charset="0"/>
              <a:buNone/>
              <a:defRPr sz="1900"/>
            </a:lvl2pPr>
            <a:lvl3pPr>
              <a:buFont typeface="Arial" pitchFamily="34" charset="0"/>
              <a:buNone/>
              <a:defRPr sz="1900"/>
            </a:lvl3pPr>
            <a:lvl4pPr>
              <a:buFont typeface="Arial" pitchFamily="34" charset="0"/>
              <a:buNone/>
              <a:defRPr sz="1900"/>
            </a:lvl4pPr>
            <a:lvl5pPr>
              <a:buFont typeface="Arial" pitchFamily="34" charset="0"/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0058550"/>
      </p:ext>
    </p:extLst>
  </p:cSld>
  <p:clrMapOvr>
    <a:masterClrMapping/>
  </p:clrMapOvr>
  <p:transition spd="slow"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8337" y="304800"/>
            <a:ext cx="9914465" cy="838200"/>
          </a:xfr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58337" y="1600202"/>
            <a:ext cx="9914465" cy="4525963"/>
          </a:xfrm>
        </p:spPr>
        <p:txBody>
          <a:bodyPr/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58337" y="1186543"/>
            <a:ext cx="9914465" cy="381000"/>
          </a:xfrm>
        </p:spPr>
        <p:txBody>
          <a:bodyPr anchor="ctr" anchorCtr="0">
            <a:noAutofit/>
          </a:bodyPr>
          <a:lstStyle>
            <a:lvl1pPr>
              <a:buFontTx/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058334" y="6295482"/>
            <a:ext cx="9948334" cy="384721"/>
          </a:xfrm>
        </p:spPr>
        <p:txBody>
          <a:bodyPr wrap="square" anchor="b" anchorCtr="0">
            <a:spAutoFit/>
          </a:bodyPr>
          <a:lstStyle>
            <a:lvl1pPr algn="l" defTabSz="1072963">
              <a:lnSpc>
                <a:spcPct val="100000"/>
              </a:lnSpc>
              <a:spcBef>
                <a:spcPct val="50000"/>
              </a:spcBef>
              <a:buNone/>
              <a:defRPr sz="1900"/>
            </a:lvl1pPr>
            <a:lvl2pPr>
              <a:buFont typeface="Arial" pitchFamily="34" charset="0"/>
              <a:buNone/>
              <a:defRPr sz="1900"/>
            </a:lvl2pPr>
            <a:lvl3pPr>
              <a:buFont typeface="Arial" pitchFamily="34" charset="0"/>
              <a:buNone/>
              <a:defRPr sz="1900"/>
            </a:lvl3pPr>
            <a:lvl4pPr>
              <a:buFont typeface="Arial" pitchFamily="34" charset="0"/>
              <a:buNone/>
              <a:defRPr sz="1900"/>
            </a:lvl4pPr>
            <a:lvl5pPr>
              <a:buFont typeface="Arial" pitchFamily="34" charset="0"/>
              <a:buNone/>
              <a:defRPr sz="1900"/>
            </a:lvl5pPr>
          </a:lstStyle>
          <a:p>
            <a:pPr lvl="0"/>
            <a:r>
              <a:rPr lang="en-US" dirty="0"/>
              <a:t>Source: Placeholder for Notes Is 14 Points</a:t>
            </a:r>
          </a:p>
        </p:txBody>
      </p:sp>
    </p:spTree>
    <p:extLst>
      <p:ext uri="{BB962C8B-B14F-4D97-AF65-F5344CB8AC3E}">
        <p14:creationId xmlns:p14="http://schemas.microsoft.com/office/powerpoint/2010/main" val="616439138"/>
      </p:ext>
    </p:extLst>
  </p:cSld>
  <p:clrMapOvr>
    <a:masterClrMapping/>
  </p:clrMapOvr>
  <p:transition>
    <p:wipe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67188"/>
      </p:ext>
    </p:extLst>
  </p:cSld>
  <p:clrMapOvr>
    <a:masterClrMapping/>
  </p:clrMapOvr>
  <p:transition>
    <p:wipe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581" y="403778"/>
            <a:ext cx="11306038" cy="864982"/>
          </a:xfrm>
        </p:spPr>
        <p:txBody>
          <a:bodyPr anchor="t" anchorCtr="0"/>
          <a:lstStyle>
            <a:lvl1pPr algn="l" defTabSz="108821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300" b="1" kern="1200" spc="-119" baseline="0" dirty="0">
                <a:solidFill>
                  <a:srgbClr val="0E243E"/>
                </a:solidFill>
                <a:latin typeface="+mj-lt"/>
                <a:ea typeface="宋体" pitchFamily="2" charset="-122"/>
                <a:cs typeface="+mj-cs"/>
              </a:defRPr>
            </a:lvl1pPr>
          </a:lstStyle>
          <a:p>
            <a:r>
              <a:rPr lang="zh-CN" altLang="en-US" dirty="0"/>
              <a:t>文档正文（非投影）宋体</a:t>
            </a:r>
            <a:r>
              <a:rPr lang="en-US" altLang="zh-CN" dirty="0"/>
              <a:t>+Arial+28</a:t>
            </a:r>
            <a:r>
              <a:rPr lang="zh-CN" altLang="en-US" dirty="0"/>
              <a:t>号。尽可能是一个完整句子、表达你的观点，要列出数据，更重要是对数据的分析。控制在三行以内，行距为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381001" y="1397000"/>
            <a:ext cx="11303000" cy="4889500"/>
          </a:xfrm>
        </p:spPr>
        <p:txBody>
          <a:bodyPr/>
          <a:lstStyle>
            <a:lvl1pPr marL="271998" marR="0" indent="-271998" algn="l" defTabSz="1087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p"/>
              <a:tabLst/>
              <a:defRPr/>
            </a:lvl1pPr>
            <a:lvl2pPr>
              <a:spcBef>
                <a:spcPts val="250"/>
              </a:spcBef>
              <a:defRPr/>
            </a:lvl2pPr>
            <a:lvl3pPr>
              <a:spcBef>
                <a:spcPts val="250"/>
              </a:spcBef>
              <a:defRPr/>
            </a:lvl3pPr>
            <a:lvl4pPr>
              <a:spcBef>
                <a:spcPts val="250"/>
              </a:spcBef>
              <a:defRPr/>
            </a:lvl4pPr>
            <a:lvl5pPr marL="1417770" indent="-370313">
              <a:spcBef>
                <a:spcPts val="250"/>
              </a:spcBef>
              <a:buFont typeface="宋体" pitchFamily="2" charset="-122"/>
              <a:buChar char="－"/>
              <a:defRPr/>
            </a:lvl5pPr>
          </a:lstStyle>
          <a:p>
            <a:pPr marL="271998" marR="0" lvl="0" indent="-271998" algn="l" defTabSz="10879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p"/>
              <a:tabLst/>
              <a:defRPr/>
            </a:pPr>
            <a:r>
              <a:rPr lang="zh-CN" altLang="en-US" dirty="0"/>
              <a:t>第一级文本，宋体</a:t>
            </a:r>
            <a:r>
              <a:rPr lang="en-US" altLang="zh-CN" dirty="0"/>
              <a:t>+ARIAL+24</a:t>
            </a:r>
            <a:r>
              <a:rPr lang="zh-CN" altLang="en-US" dirty="0"/>
              <a:t>号字，每页不建议超过</a:t>
            </a:r>
            <a:r>
              <a:rPr lang="en-US" altLang="zh-CN" dirty="0"/>
              <a:t>15</a:t>
            </a:r>
            <a:r>
              <a:rPr lang="zh-CN" altLang="en-US" dirty="0"/>
              <a:t>行一级文字</a:t>
            </a:r>
          </a:p>
          <a:p>
            <a:pPr lvl="1"/>
            <a:r>
              <a:rPr lang="zh-CN" altLang="en-US" dirty="0"/>
              <a:t>第二级，宋体</a:t>
            </a:r>
            <a:r>
              <a:rPr lang="en-US" altLang="zh-CN" dirty="0"/>
              <a:t>+ARIAL+20</a:t>
            </a:r>
            <a:r>
              <a:rPr lang="zh-CN" altLang="en-US" dirty="0"/>
              <a:t>号字</a:t>
            </a:r>
          </a:p>
          <a:p>
            <a:pPr lvl="2"/>
            <a:r>
              <a:rPr lang="zh-CN" altLang="en-US" dirty="0"/>
              <a:t>第三级，宋体</a:t>
            </a:r>
            <a:r>
              <a:rPr lang="en-US" altLang="zh-CN" dirty="0"/>
              <a:t>+ARIAL+18</a:t>
            </a:r>
            <a:r>
              <a:rPr lang="zh-CN" altLang="en-US" dirty="0"/>
              <a:t>号字</a:t>
            </a:r>
          </a:p>
          <a:p>
            <a:pPr lvl="3"/>
            <a:r>
              <a:rPr lang="zh-CN" altLang="en-US" dirty="0"/>
              <a:t>第四级，宋体</a:t>
            </a:r>
            <a:r>
              <a:rPr lang="en-US" altLang="zh-CN" dirty="0"/>
              <a:t>+ARIAL+16</a:t>
            </a:r>
            <a:r>
              <a:rPr lang="zh-CN" altLang="en-US" dirty="0"/>
              <a:t>号字</a:t>
            </a:r>
          </a:p>
          <a:p>
            <a:pPr lvl="4"/>
            <a:r>
              <a:rPr lang="zh-CN" altLang="en-US" dirty="0"/>
              <a:t>第五级，宋体</a:t>
            </a:r>
            <a:r>
              <a:rPr lang="en-US" altLang="zh-CN" dirty="0"/>
              <a:t>+ARIAL+14</a:t>
            </a:r>
            <a:r>
              <a:rPr lang="zh-CN" altLang="en-US" dirty="0"/>
              <a:t>号字</a:t>
            </a:r>
          </a:p>
          <a:p>
            <a:pPr lvl="4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36298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image" Target="../media/image7.jpeg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8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38" Type="http://schemas.openxmlformats.org/officeDocument/2006/relationships/image" Target="../media/image7.jpeg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8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37" Type="http://schemas.openxmlformats.org/officeDocument/2006/relationships/theme" Target="../theme/theme4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35" Type="http://schemas.openxmlformats.org/officeDocument/2006/relationships/slideLayout" Target="../slideLayouts/slideLayout104.xml"/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26" Type="http://schemas.openxmlformats.org/officeDocument/2006/relationships/slideLayout" Target="../slideLayouts/slideLayout131.xml"/><Relationship Id="rId39" Type="http://schemas.openxmlformats.org/officeDocument/2006/relationships/image" Target="../media/image7.jpeg"/><Relationship Id="rId21" Type="http://schemas.openxmlformats.org/officeDocument/2006/relationships/slideLayout" Target="../slideLayouts/slideLayout126.xml"/><Relationship Id="rId34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5" Type="http://schemas.openxmlformats.org/officeDocument/2006/relationships/slideLayout" Target="../slideLayouts/slideLayout130.xml"/><Relationship Id="rId33" Type="http://schemas.openxmlformats.org/officeDocument/2006/relationships/slideLayout" Target="../slideLayouts/slideLayout138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24" Type="http://schemas.openxmlformats.org/officeDocument/2006/relationships/slideLayout" Target="../slideLayouts/slideLayout129.xml"/><Relationship Id="rId32" Type="http://schemas.openxmlformats.org/officeDocument/2006/relationships/slideLayout" Target="../slideLayouts/slideLayout137.xml"/><Relationship Id="rId37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28.xml"/><Relationship Id="rId28" Type="http://schemas.openxmlformats.org/officeDocument/2006/relationships/slideLayout" Target="../slideLayouts/slideLayout133.xml"/><Relationship Id="rId36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slideLayout" Target="../slideLayouts/slideLayout127.xml"/><Relationship Id="rId27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5.xml"/><Relationship Id="rId35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Title Goes Here</a:t>
            </a:r>
          </a:p>
        </p:txBody>
      </p:sp>
      <p:sp>
        <p:nvSpPr>
          <p:cNvPr id="13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53473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27" baseline="0" dirty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5EDB77-F9EB-A7FA-9063-013AE9A7E29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890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+mj-lt"/>
          <a:ea typeface="CiscoSansTT Thin" charset="0"/>
          <a:cs typeface="CiscoSansTT Thin" charset="0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24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5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268" y="432215"/>
            <a:ext cx="11441232" cy="838200"/>
          </a:xfrm>
          <a:prstGeom prst="rect">
            <a:avLst/>
          </a:prstGeom>
        </p:spPr>
        <p:txBody>
          <a:bodyPr vert="horz" lIns="82288" tIns="45717" rIns="82288" bIns="45717" rtlCol="0" anchor="b" anchorCtr="0">
            <a:noAutofit/>
          </a:bodyPr>
          <a:lstStyle/>
          <a:p>
            <a:r>
              <a:rPr lang="en-US" altLang="zh-CN" noProof="0" dirty="0"/>
              <a:t>Slide Title Goes Here</a:t>
            </a:r>
            <a:endParaRPr lang="zh-CN" alt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268" y="1339749"/>
            <a:ext cx="11441232" cy="4965699"/>
          </a:xfrm>
          <a:prstGeom prst="rect">
            <a:avLst/>
          </a:prstGeom>
        </p:spPr>
        <p:txBody>
          <a:bodyPr vert="horz" lIns="91432" tIns="45717" rIns="91432" bIns="45717" rtlCol="0">
            <a:normAutofit/>
          </a:bodyPr>
          <a:lstStyle/>
          <a:p>
            <a:pPr lvl="0"/>
            <a:r>
              <a:rPr lang="en-US" altLang="zh-CN" noProof="0" dirty="0"/>
              <a:t>Body Text</a:t>
            </a:r>
          </a:p>
          <a:p>
            <a:pPr lvl="1"/>
            <a:r>
              <a:rPr lang="en-US" altLang="zh-CN" noProof="0" dirty="0"/>
              <a:t>Second level</a:t>
            </a:r>
          </a:p>
          <a:p>
            <a:pPr lvl="2"/>
            <a:r>
              <a:rPr lang="en-US" altLang="zh-CN" noProof="0" dirty="0"/>
              <a:t>Third level</a:t>
            </a:r>
          </a:p>
          <a:p>
            <a:pPr lvl="3"/>
            <a:r>
              <a:rPr lang="en-US" altLang="zh-CN" noProof="0" dirty="0"/>
              <a:t>Fourth level</a:t>
            </a:r>
          </a:p>
          <a:p>
            <a:pPr lvl="4"/>
            <a:r>
              <a:rPr lang="en-US" altLang="zh-CN" noProof="0" dirty="0"/>
              <a:t>Fifth level</a:t>
            </a:r>
            <a:endParaRPr lang="zh-CN" altLang="en-US" noProof="0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354225" y="6570869"/>
            <a:ext cx="4560687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6" tIns="41057" rIns="82116" bIns="41057" anchor="b" anchorCtr="0">
            <a:spAutoFit/>
          </a:bodyPr>
          <a:lstStyle/>
          <a:p>
            <a:pPr defTabSz="814298"/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© 2013 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思科和</a:t>
            </a:r>
            <a:r>
              <a:rPr lang="en-US" altLang="zh-CN" sz="700" dirty="0">
                <a:solidFill>
                  <a:srgbClr val="C0C0C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或其附属公司。版权所有。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10729759" y="6569135"/>
            <a:ext cx="704445" cy="1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r>
              <a:rPr lang="zh-CN" altLang="en-US" sz="700" dirty="0">
                <a:solidFill>
                  <a:srgbClr val="C0C0C0"/>
                </a:solidFill>
                <a:ea typeface="黑体" panose="02010609060101010101" pitchFamily="49" charset="-122"/>
              </a:rPr>
              <a:t>思科机密信息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11565382" y="6565031"/>
            <a:ext cx="276444" cy="190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16" tIns="41057" rIns="82116" bIns="41057" anchor="b">
            <a:spAutoFit/>
          </a:bodyPr>
          <a:lstStyle/>
          <a:p>
            <a:pPr algn="r" defTabSz="814298"/>
            <a:fld id="{DFCF27A5-1A5B-48D3-A060-2758FFBB1ADD}" type="slidenum">
              <a:rPr lang="en-US" altLang="zh-CN" sz="700" smtClean="0">
                <a:solidFill>
                  <a:srgbClr val="C0C0C0"/>
                </a:solidFill>
                <a:ea typeface="黑体" panose="02010609060101010101" pitchFamily="49" charset="-122"/>
              </a:rPr>
              <a:pPr algn="r" defTabSz="814298"/>
              <a:t>‹#›</a:t>
            </a:fld>
            <a:endParaRPr lang="zh-CN" altLang="en-US" sz="700" dirty="0">
              <a:solidFill>
                <a:srgbClr val="C0C0C0"/>
              </a:solidFill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40D36F-C62E-AFD7-7989-B4FCBCEBF38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9530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</p:sldLayoutIdLst>
  <p:transition>
    <p:wipe dir="r"/>
  </p:transition>
  <p:txStyles>
    <p:titleStyle>
      <a:lvl1pPr algn="l" defTabSz="914300" rtl="0" eaLnBrk="1" latinLnBrk="0" hangingPunct="1">
        <a:lnSpc>
          <a:spcPct val="80000"/>
        </a:lnSpc>
        <a:spcBef>
          <a:spcPct val="0"/>
        </a:spcBef>
        <a:buNone/>
        <a:defRPr lang="en-US" sz="3600" b="0" kern="1200" spc="-100" baseline="0" dirty="0">
          <a:gradFill>
            <a:gsLst>
              <a:gs pos="0">
                <a:schemeClr val="tx1"/>
              </a:gs>
              <a:gs pos="44000">
                <a:srgbClr val="01BBBB"/>
              </a:gs>
              <a:gs pos="100000">
                <a:schemeClr val="accent4"/>
              </a:gs>
            </a:gsLst>
            <a:lin ang="4800000" scaled="0"/>
          </a:gradFill>
          <a:latin typeface="+mj-lt"/>
          <a:ea typeface="黑体" panose="02010609060101010101" pitchFamily="49" charset="-122"/>
          <a:cs typeface="+mj-cs"/>
        </a:defRPr>
      </a:lvl1pPr>
    </p:titleStyle>
    <p:bodyStyle>
      <a:lvl1pPr marL="228576" indent="-228576" algn="l" defTabSz="914300" rtl="0" eaLnBrk="1" latinLnBrk="0" hangingPunct="1">
        <a:lnSpc>
          <a:spcPct val="95000"/>
        </a:lnSpc>
        <a:spcBef>
          <a:spcPts val="1440"/>
        </a:spcBef>
        <a:buClr>
          <a:srgbClr val="3F4B4D"/>
        </a:buClr>
        <a:buSzPct val="90000"/>
        <a:buFont typeface="Arial" pitchFamily="34" charset="0"/>
        <a:buChar char="•"/>
        <a:tabLst/>
        <a:defRPr lang="en-US" sz="2000" kern="1200" baseline="0" dirty="0" smtClean="0">
          <a:solidFill>
            <a:srgbClr val="546568"/>
          </a:solidFill>
          <a:latin typeface="+mj-lt"/>
          <a:ea typeface="黑体" panose="02010609060101010101" pitchFamily="49" charset="-122"/>
          <a:cs typeface="+mn-cs"/>
        </a:defRPr>
      </a:lvl1pPr>
      <a:lvl2pPr marL="406358" indent="0" algn="l" defTabSz="9143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900" kern="1200" baseline="0" dirty="0" smtClean="0">
          <a:solidFill>
            <a:srgbClr val="546568"/>
          </a:solidFill>
          <a:latin typeface="+mj-lt"/>
          <a:ea typeface="黑体" panose="02010609060101010101" pitchFamily="49" charset="-122"/>
          <a:cs typeface="+mn-cs"/>
        </a:defRPr>
      </a:lvl2pPr>
      <a:lvl3pPr marL="571438" indent="-1588" algn="l" defTabSz="9143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baseline="0" dirty="0" smtClean="0">
          <a:solidFill>
            <a:srgbClr val="546568"/>
          </a:solidFill>
          <a:latin typeface="+mj-lt"/>
          <a:ea typeface="黑体" panose="02010609060101010101" pitchFamily="49" charset="-122"/>
          <a:cs typeface="+mn-cs"/>
        </a:defRPr>
      </a:lvl3pPr>
      <a:lvl4pPr marL="688900" indent="0" algn="l" defTabSz="9143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500" kern="1200" baseline="0" dirty="0" smtClean="0">
          <a:solidFill>
            <a:srgbClr val="546568"/>
          </a:solidFill>
          <a:latin typeface="+mj-lt"/>
          <a:ea typeface="黑体" panose="02010609060101010101" pitchFamily="49" charset="-122"/>
          <a:cs typeface="+mn-cs"/>
        </a:defRPr>
      </a:lvl4pPr>
      <a:lvl5pPr marL="801601" indent="0" algn="l" defTabSz="9143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500" kern="1200" baseline="0" dirty="0">
          <a:solidFill>
            <a:srgbClr val="546568"/>
          </a:solidFill>
          <a:latin typeface="+mj-lt"/>
          <a:ea typeface="黑体" panose="02010609060101010101" pitchFamily="49" charset="-122"/>
          <a:cs typeface="+mn-cs"/>
        </a:defRPr>
      </a:lvl5pPr>
      <a:lvl6pPr marL="2514328" indent="-228576" algn="l" defTabSz="9143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78" indent="-228576" algn="l" defTabSz="9143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29" indent="-228576" algn="l" defTabSz="9143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79" indent="-228576" algn="l" defTabSz="9143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0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0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51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02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52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02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53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05" algn="l" defTabSz="9143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269" y="1339747"/>
            <a:ext cx="11441231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C0C0C0"/>
                </a:solidFill>
                <a:latin typeface="+mj-lt"/>
              </a:rPr>
              <a:t>© 2011 </a:t>
            </a:r>
            <a:r>
              <a:rPr lang="en-US" sz="600" dirty="0">
                <a:solidFill>
                  <a:srgbClr val="C0C0C0"/>
                </a:solidFill>
                <a:latin typeface="+mj-lt"/>
              </a:rPr>
              <a:t>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/>
        </p:nvPicPr>
        <p:blipFill>
          <a:blip r:embed="rId33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EBE766-D708-A02E-89B6-C6A161BF22F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341" y="6672580"/>
            <a:ext cx="765374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2303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</p:sldLayoutIdLst>
  <p:transition>
    <p:fade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3600" b="0" kern="1200" spc="0" baseline="0" dirty="0">
          <a:gradFill>
            <a:gsLst>
              <a:gs pos="0">
                <a:schemeClr val="tx1"/>
              </a:gs>
              <a:gs pos="44000">
                <a:srgbClr val="01BBBB"/>
              </a:gs>
              <a:gs pos="100000">
                <a:schemeClr val="accent4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chemeClr val="tx2"/>
        </a:buClr>
        <a:buSzPct val="90000"/>
        <a:buFont typeface="Arial" pitchFamily="34" charset="0"/>
        <a:buChar char="•"/>
        <a:tabLst/>
        <a:defRPr lang="en-US" sz="2000" kern="1200" dirty="0" smtClean="0">
          <a:solidFill>
            <a:srgbClr val="546568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546568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546568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546568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546568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269" y="1339747"/>
            <a:ext cx="11441231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C0C0C0"/>
                </a:solidFill>
                <a:latin typeface="+mj-lt"/>
              </a:rPr>
              <a:t>© 2011 </a:t>
            </a:r>
            <a:r>
              <a:rPr lang="en-US" sz="600" dirty="0">
                <a:solidFill>
                  <a:srgbClr val="C0C0C0"/>
                </a:solidFill>
                <a:latin typeface="+mj-lt"/>
              </a:rPr>
              <a:t>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/>
        </p:nvPicPr>
        <p:blipFill>
          <a:blip r:embed="rId38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9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6" r:id="rId32"/>
    <p:sldLayoutId id="2147483767" r:id="rId33"/>
    <p:sldLayoutId id="2147483768" r:id="rId34"/>
    <p:sldLayoutId id="2147483769" r:id="rId35"/>
    <p:sldLayoutId id="2147483770" r:id="rId36"/>
  </p:sldLayoutIdLst>
  <p:transition>
    <p:fade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3600" b="0" kern="1200" spc="0" baseline="0" dirty="0">
          <a:gradFill>
            <a:gsLst>
              <a:gs pos="0">
                <a:schemeClr val="tx1"/>
              </a:gs>
              <a:gs pos="44000">
                <a:srgbClr val="01BBBB"/>
              </a:gs>
              <a:gs pos="100000">
                <a:schemeClr val="accent4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chemeClr val="tx2"/>
        </a:buClr>
        <a:buSzPct val="90000"/>
        <a:buFont typeface="Arial" pitchFamily="34" charset="0"/>
        <a:buChar char="•"/>
        <a:tabLst/>
        <a:defRPr lang="en-US" sz="2000" kern="1200" dirty="0" smtClean="0">
          <a:solidFill>
            <a:srgbClr val="546568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546568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546568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546568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546568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269" y="432215"/>
            <a:ext cx="11441231" cy="838200"/>
          </a:xfrm>
          <a:prstGeom prst="rect">
            <a:avLst/>
          </a:prstGeom>
        </p:spPr>
        <p:txBody>
          <a:bodyPr vert="horz" lIns="82296" tIns="45720" rIns="82296" bIns="45720" rtlCol="0" anchor="b" anchorCtr="0">
            <a:noAutofit/>
          </a:bodyPr>
          <a:lstStyle/>
          <a:p>
            <a:r>
              <a:rPr lang="en-US" dirty="0"/>
              <a:t>Slide Title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6269" y="1339747"/>
            <a:ext cx="11441231" cy="4965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354222" y="6586248"/>
            <a:ext cx="4560687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24" tIns="41061" rIns="82124" bIns="41061" anchor="b" anchorCtr="0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600">
                <a:solidFill>
                  <a:srgbClr val="C0C0C0"/>
                </a:solidFill>
                <a:latin typeface="+mj-lt"/>
              </a:rPr>
              <a:t>© 2011 </a:t>
            </a:r>
            <a:r>
              <a:rPr lang="en-US" sz="600" dirty="0">
                <a:solidFill>
                  <a:srgbClr val="C0C0C0"/>
                </a:solidFill>
                <a:latin typeface="+mj-lt"/>
              </a:rPr>
              <a:t>Cisco and/or its affiliates. All rights reserved.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ltGray">
          <a:xfrm>
            <a:off x="10642972" y="6584514"/>
            <a:ext cx="791229" cy="17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600" dirty="0">
                <a:solidFill>
                  <a:srgbClr val="C0C0C0"/>
                </a:solidFill>
                <a:latin typeface="+mj-lt"/>
              </a:rPr>
              <a:t>Cisco Confidential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ltGray">
          <a:xfrm>
            <a:off x="11581328" y="6580410"/>
            <a:ext cx="260497" cy="175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FCF27A5-1A5B-48D3-A060-2758FFBB1ADD}" type="slidenum">
              <a:rPr lang="en-US" sz="600">
                <a:solidFill>
                  <a:srgbClr val="C0C0C0"/>
                </a:solidFill>
                <a:latin typeface="+mj-lt"/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600" dirty="0">
              <a:solidFill>
                <a:srgbClr val="C0C0C0"/>
              </a:solidFill>
              <a:latin typeface="+mj-lt"/>
            </a:endParaRPr>
          </a:p>
        </p:txBody>
      </p:sp>
      <p:pic>
        <p:nvPicPr>
          <p:cNvPr id="8" name="Picture 7" descr="bottom bar.jpg"/>
          <p:cNvPicPr>
            <a:picLocks noChangeAspect="1"/>
          </p:cNvPicPr>
          <p:nvPr/>
        </p:nvPicPr>
        <p:blipFill>
          <a:blip r:embed="rId39" cstate="screen"/>
          <a:stretch>
            <a:fillRect/>
          </a:stretch>
        </p:blipFill>
        <p:spPr>
          <a:xfrm>
            <a:off x="444501" y="6379485"/>
            <a:ext cx="11303000" cy="1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8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</p:sldLayoutIdLst>
  <p:transition>
    <p:fade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3600" b="0" kern="1200" spc="0" baseline="0" dirty="0">
          <a:gradFill>
            <a:gsLst>
              <a:gs pos="0">
                <a:schemeClr val="tx1"/>
              </a:gs>
              <a:gs pos="44000">
                <a:srgbClr val="01BBBB"/>
              </a:gs>
              <a:gs pos="100000">
                <a:schemeClr val="accent4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5000"/>
        </a:lnSpc>
        <a:spcBef>
          <a:spcPts val="1440"/>
        </a:spcBef>
        <a:buClr>
          <a:schemeClr val="tx2"/>
        </a:buClr>
        <a:buSzPct val="90000"/>
        <a:buFont typeface="Arial" pitchFamily="34" charset="0"/>
        <a:buChar char="•"/>
        <a:tabLst/>
        <a:defRPr lang="en-US" sz="2000" kern="1200" dirty="0" smtClean="0">
          <a:solidFill>
            <a:srgbClr val="546568"/>
          </a:solidFill>
          <a:latin typeface="+mj-lt"/>
          <a:ea typeface="+mn-ea"/>
          <a:cs typeface="+mn-cs"/>
        </a:defRPr>
      </a:lvl1pPr>
      <a:lvl2pPr marL="406400" indent="0" algn="l" defTabSz="914400" rtl="0" eaLnBrk="1" latinLnBrk="0" hangingPunct="1">
        <a:lnSpc>
          <a:spcPct val="95000"/>
        </a:lnSpc>
        <a:spcBef>
          <a:spcPts val="840"/>
        </a:spcBef>
        <a:buClr>
          <a:schemeClr val="tx2"/>
        </a:buClr>
        <a:buFontTx/>
        <a:buNone/>
        <a:defRPr lang="en-US" sz="1800" kern="1200" dirty="0" smtClean="0">
          <a:solidFill>
            <a:srgbClr val="546568"/>
          </a:solidFill>
          <a:latin typeface="+mj-lt"/>
          <a:ea typeface="+mn-ea"/>
          <a:cs typeface="+mn-cs"/>
        </a:defRPr>
      </a:lvl2pPr>
      <a:lvl3pPr marL="571500" indent="-1588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600" kern="1200" dirty="0" smtClean="0">
          <a:solidFill>
            <a:srgbClr val="546568"/>
          </a:solidFill>
          <a:latin typeface="+mj-lt"/>
          <a:ea typeface="+mn-ea"/>
          <a:cs typeface="+mn-cs"/>
        </a:defRPr>
      </a:lvl3pPr>
      <a:lvl4pPr marL="688975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 smtClean="0">
          <a:solidFill>
            <a:srgbClr val="546568"/>
          </a:solidFill>
          <a:latin typeface="+mj-lt"/>
          <a:ea typeface="+mn-ea"/>
          <a:cs typeface="+mn-cs"/>
        </a:defRPr>
      </a:lvl4pPr>
      <a:lvl5pPr marL="801688" indent="0" algn="l" defTabSz="914400" rtl="0" eaLnBrk="1" latinLnBrk="0" hangingPunct="1">
        <a:lnSpc>
          <a:spcPct val="95000"/>
        </a:lnSpc>
        <a:spcBef>
          <a:spcPts val="840"/>
        </a:spcBef>
        <a:buFont typeface="Arial" pitchFamily="34" charset="0"/>
        <a:buNone/>
        <a:defRPr lang="en-US" sz="1400" kern="1200" dirty="0">
          <a:solidFill>
            <a:srgbClr val="546568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7.xml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7.xml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07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D82BE0-8861-4842-9E98-F26EE60F814C}"/>
              </a:ext>
            </a:extLst>
          </p:cNvPr>
          <p:cNvSpPr txBox="1">
            <a:spLocks/>
          </p:cNvSpPr>
          <p:nvPr/>
        </p:nvSpPr>
        <p:spPr>
          <a:xfrm>
            <a:off x="250763" y="1921171"/>
            <a:ext cx="10105811" cy="1212398"/>
          </a:xfrm>
          <a:prstGeom prst="rect">
            <a:avLst/>
          </a:prstGeom>
        </p:spPr>
        <p:txBody>
          <a:bodyPr/>
          <a:lstStyle>
            <a:lvl1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733" b="0" i="0" u="none" kern="1200" dirty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85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70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54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39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lvl="1"/>
            <a:r>
              <a:rPr kumimoji="1" lang="zh-CN" altLang="en-US" sz="3733" dirty="0">
                <a:solidFill>
                  <a:srgbClr val="005073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某城商行托管机房</a:t>
            </a:r>
            <a:r>
              <a:rPr kumimoji="1" lang="en-US" altLang="zh-CN" sz="3733" dirty="0">
                <a:solidFill>
                  <a:srgbClr val="005073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DR</a:t>
            </a:r>
            <a:r>
              <a:rPr kumimoji="1" lang="zh-CN" altLang="en-US" sz="3733" dirty="0">
                <a:solidFill>
                  <a:srgbClr val="005073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数据中心部署实施要求</a:t>
            </a:r>
          </a:p>
        </p:txBody>
      </p:sp>
    </p:spTree>
    <p:extLst>
      <p:ext uri="{BB962C8B-B14F-4D97-AF65-F5344CB8AC3E}">
        <p14:creationId xmlns:p14="http://schemas.microsoft.com/office/powerpoint/2010/main" val="88714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340" y="146972"/>
            <a:ext cx="11127317" cy="975783"/>
          </a:xfrm>
        </p:spPr>
        <p:txBody>
          <a:bodyPr/>
          <a:lstStyle/>
          <a:p>
            <a:r>
              <a:rPr kumimoji="1" lang="zh-CN" altLang="en-US" sz="3200" dirty="0"/>
              <a:t>业务需求说明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678158" y="1043242"/>
            <a:ext cx="10656779" cy="5234504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某城商行拟在运营商托管机房建设一个</a:t>
            </a:r>
            <a:r>
              <a:rPr lang="en-US" altLang="zh-CN" sz="2100" dirty="0">
                <a:solidFill>
                  <a:srgbClr val="000000"/>
                </a:solidFill>
              </a:rPr>
              <a:t>DR</a:t>
            </a:r>
            <a:r>
              <a:rPr lang="zh-CN" altLang="en-US" sz="2100" dirty="0">
                <a:solidFill>
                  <a:srgbClr val="000000"/>
                </a:solidFill>
              </a:rPr>
              <a:t>数据中心以提高应用系统的可靠性，增强业务永继能力，同时，在</a:t>
            </a:r>
            <a:r>
              <a:rPr lang="en-US" altLang="zh-CN" sz="2100" dirty="0">
                <a:solidFill>
                  <a:srgbClr val="000000"/>
                </a:solidFill>
              </a:rPr>
              <a:t>DR</a:t>
            </a:r>
            <a:r>
              <a:rPr lang="zh-CN" altLang="en-US" sz="2100" dirty="0">
                <a:solidFill>
                  <a:srgbClr val="000000"/>
                </a:solidFill>
              </a:rPr>
              <a:t>中心探索和尝试新的技术。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en-US" altLang="zh-CN" sz="2100" dirty="0">
                <a:solidFill>
                  <a:srgbClr val="000000"/>
                </a:solidFill>
              </a:rPr>
              <a:t>DR</a:t>
            </a:r>
            <a:r>
              <a:rPr lang="zh-CN" altLang="en-US" sz="2100" dirty="0">
                <a:solidFill>
                  <a:srgbClr val="000000"/>
                </a:solidFill>
              </a:rPr>
              <a:t>中心将部署核心交换分区、核心应用分区、非核心应用分区、带外管理分区、广域网接入分区、第三方外联分区、网银接入分区共</a:t>
            </a:r>
            <a:r>
              <a:rPr lang="en-US" altLang="zh-CN" sz="2100" dirty="0">
                <a:solidFill>
                  <a:srgbClr val="000000"/>
                </a:solidFill>
              </a:rPr>
              <a:t>7</a:t>
            </a:r>
            <a:r>
              <a:rPr lang="zh-CN" altLang="en-US" sz="2100" dirty="0">
                <a:solidFill>
                  <a:srgbClr val="000000"/>
                </a:solidFill>
              </a:rPr>
              <a:t>个分区，各分区通过核心交换分区互联。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核心应用分区、非核心应用分区、带外管理分区均采用</a:t>
            </a:r>
            <a:r>
              <a:rPr lang="en-US" altLang="zh-CN" sz="2100" dirty="0">
                <a:solidFill>
                  <a:srgbClr val="000000"/>
                </a:solidFill>
              </a:rPr>
              <a:t>VPC</a:t>
            </a:r>
            <a:r>
              <a:rPr lang="zh-CN" altLang="en-US" sz="2100" dirty="0">
                <a:solidFill>
                  <a:srgbClr val="000000"/>
                </a:solidFill>
              </a:rPr>
              <a:t>技术，实现高可靠互联。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核心应用分区和非核心应用分区均划分出</a:t>
            </a:r>
            <a:r>
              <a:rPr lang="en-US" altLang="zh-CN" sz="2100" dirty="0">
                <a:solidFill>
                  <a:srgbClr val="000000"/>
                </a:solidFill>
              </a:rPr>
              <a:t>2</a:t>
            </a:r>
            <a:r>
              <a:rPr lang="zh-CN" altLang="en-US" sz="2100" dirty="0">
                <a:solidFill>
                  <a:srgbClr val="000000"/>
                </a:solidFill>
              </a:rPr>
              <a:t>个</a:t>
            </a:r>
            <a:r>
              <a:rPr lang="en-US" altLang="zh-CN" sz="2100" dirty="0">
                <a:solidFill>
                  <a:srgbClr val="000000"/>
                </a:solidFill>
              </a:rPr>
              <a:t>VRF</a:t>
            </a:r>
            <a:r>
              <a:rPr lang="zh-CN" altLang="en-US" sz="2100" dirty="0">
                <a:solidFill>
                  <a:srgbClr val="000000"/>
                </a:solidFill>
              </a:rPr>
              <a:t>，同一分区内不同</a:t>
            </a:r>
            <a:r>
              <a:rPr lang="en-US" altLang="zh-CN" sz="2100" dirty="0">
                <a:solidFill>
                  <a:srgbClr val="000000"/>
                </a:solidFill>
              </a:rPr>
              <a:t>VRF</a:t>
            </a:r>
            <a:r>
              <a:rPr lang="zh-CN" altLang="en-US" sz="2100" dirty="0">
                <a:solidFill>
                  <a:srgbClr val="000000"/>
                </a:solidFill>
              </a:rPr>
              <a:t>间互访（东西流量），分区与其他分区互访（南北流量），均需通过防火墙。核心应用分区和非核心应用分区均通过旁路方式部署</a:t>
            </a:r>
            <a:r>
              <a:rPr lang="en-US" altLang="zh-CN" sz="2100" dirty="0">
                <a:solidFill>
                  <a:srgbClr val="000000"/>
                </a:solidFill>
              </a:rPr>
              <a:t>1</a:t>
            </a:r>
            <a:r>
              <a:rPr lang="zh-CN" altLang="en-US" sz="2100" dirty="0">
                <a:solidFill>
                  <a:srgbClr val="000000"/>
                </a:solidFill>
              </a:rPr>
              <a:t>对高性能防火墙，同时处理南北流量和东西流量。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第三方外联分区、网银接入分区均通过串行方式部署</a:t>
            </a:r>
            <a:r>
              <a:rPr lang="en-US" altLang="zh-CN" sz="2100" dirty="0">
                <a:solidFill>
                  <a:srgbClr val="000000"/>
                </a:solidFill>
              </a:rPr>
              <a:t>2</a:t>
            </a:r>
            <a:r>
              <a:rPr lang="zh-CN" altLang="en-US" sz="2100" dirty="0">
                <a:solidFill>
                  <a:srgbClr val="000000"/>
                </a:solidFill>
              </a:rPr>
              <a:t>对异构防火墙，实现安全的对外连接，外部网络只能访问</a:t>
            </a:r>
            <a:r>
              <a:rPr lang="en-US" altLang="zh-CN" sz="2100" dirty="0">
                <a:solidFill>
                  <a:srgbClr val="000000"/>
                </a:solidFill>
              </a:rPr>
              <a:t>DMZ</a:t>
            </a:r>
            <a:r>
              <a:rPr lang="zh-CN" altLang="en-US" sz="2100" dirty="0">
                <a:solidFill>
                  <a:srgbClr val="000000"/>
                </a:solidFill>
              </a:rPr>
              <a:t>区域的业务网段。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带外管理分区通过串行方式部署</a:t>
            </a:r>
            <a:r>
              <a:rPr lang="en-US" altLang="zh-CN" sz="2100" dirty="0">
                <a:solidFill>
                  <a:srgbClr val="000000"/>
                </a:solidFill>
              </a:rPr>
              <a:t>1</a:t>
            </a:r>
            <a:r>
              <a:rPr lang="zh-CN" altLang="en-US" sz="2100" dirty="0">
                <a:solidFill>
                  <a:srgbClr val="000000"/>
                </a:solidFill>
              </a:rPr>
              <a:t>对防火墙，同时部署堡垒机，对设备带外管理接口的访问均需通过堡垒机完成。</a:t>
            </a:r>
            <a:endParaRPr lang="en-US" altLang="zh-CN" sz="21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2100" dirty="0">
                <a:solidFill>
                  <a:srgbClr val="000000"/>
                </a:solidFill>
              </a:rPr>
              <a:t>广域网互联分区部署</a:t>
            </a:r>
            <a:r>
              <a:rPr lang="en-US" altLang="zh-CN" sz="2100" dirty="0">
                <a:solidFill>
                  <a:srgbClr val="000000"/>
                </a:solidFill>
              </a:rPr>
              <a:t>2</a:t>
            </a:r>
            <a:r>
              <a:rPr lang="zh-CN" altLang="en-US" sz="2100" dirty="0">
                <a:solidFill>
                  <a:srgbClr val="000000"/>
                </a:solidFill>
              </a:rPr>
              <a:t>对路由器，连接运营商广域网线路以及数据中心互联线路。</a:t>
            </a:r>
            <a:endParaRPr lang="en-US" altLang="zh-CN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67929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7C2B-A20A-11C4-2B17-FCDA5ABB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23">
            <a:extLst>
              <a:ext uri="{FF2B5EF4-FFF2-40B4-BE49-F238E27FC236}">
                <a16:creationId xmlns:a16="http://schemas.microsoft.com/office/drawing/2014/main" id="{09C41160-1FCE-18B6-6025-A9B17170D897}"/>
              </a:ext>
            </a:extLst>
          </p:cNvPr>
          <p:cNvSpPr/>
          <p:nvPr/>
        </p:nvSpPr>
        <p:spPr>
          <a:xfrm>
            <a:off x="1062371" y="4458639"/>
            <a:ext cx="3174571" cy="194430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2" name="Title 1">
            <a:extLst>
              <a:ext uri="{FF2B5EF4-FFF2-40B4-BE49-F238E27FC236}">
                <a16:creationId xmlns:a16="http://schemas.microsoft.com/office/drawing/2014/main" id="{A06DB3AA-4639-0028-A2CF-12617642DD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0636" y="69289"/>
            <a:ext cx="7740421" cy="591908"/>
          </a:xfrm>
        </p:spPr>
        <p:txBody>
          <a:bodyPr/>
          <a:lstStyle/>
          <a:p>
            <a:r>
              <a:rPr lang="zh-CN" altLang="en-US" sz="3200" dirty="0"/>
              <a:t>某城商行托管机房</a:t>
            </a:r>
            <a:r>
              <a:rPr lang="en-US" altLang="zh-CN" sz="3200" dirty="0"/>
              <a:t>DR</a:t>
            </a:r>
            <a:r>
              <a:rPr lang="zh-CN" altLang="en-US" sz="3200" dirty="0"/>
              <a:t>数据中心拓扑</a:t>
            </a:r>
            <a:endParaRPr lang="en-US" sz="32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0BCBAAA-78A3-BF18-DF22-2CCF925FC7B2}"/>
              </a:ext>
            </a:extLst>
          </p:cNvPr>
          <p:cNvSpPr/>
          <p:nvPr/>
        </p:nvSpPr>
        <p:spPr>
          <a:xfrm>
            <a:off x="6723170" y="903983"/>
            <a:ext cx="2252341" cy="187240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3" name="Straight Connector 58">
            <a:extLst>
              <a:ext uri="{FF2B5EF4-FFF2-40B4-BE49-F238E27FC236}">
                <a16:creationId xmlns:a16="http://schemas.microsoft.com/office/drawing/2014/main" id="{D96F26DD-3E43-52B8-0556-6F7FFA0528DC}"/>
              </a:ext>
            </a:extLst>
          </p:cNvPr>
          <p:cNvCxnSpPr/>
          <p:nvPr/>
        </p:nvCxnSpPr>
        <p:spPr>
          <a:xfrm>
            <a:off x="7039125" y="1971757"/>
            <a:ext cx="9701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4" name="Straight Connector 58">
            <a:extLst>
              <a:ext uri="{FF2B5EF4-FFF2-40B4-BE49-F238E27FC236}">
                <a16:creationId xmlns:a16="http://schemas.microsoft.com/office/drawing/2014/main" id="{74645045-50DF-C7E7-A3F7-70F94AB528AB}"/>
              </a:ext>
            </a:extLst>
          </p:cNvPr>
          <p:cNvCxnSpPr/>
          <p:nvPr/>
        </p:nvCxnSpPr>
        <p:spPr>
          <a:xfrm>
            <a:off x="7060966" y="1876535"/>
            <a:ext cx="9701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5" name="Straight Connector 58">
            <a:extLst>
              <a:ext uri="{FF2B5EF4-FFF2-40B4-BE49-F238E27FC236}">
                <a16:creationId xmlns:a16="http://schemas.microsoft.com/office/drawing/2014/main" id="{994B35F7-498D-DA6F-5B12-9267EF2623E8}"/>
              </a:ext>
            </a:extLst>
          </p:cNvPr>
          <p:cNvCxnSpPr>
            <a:stCxn id="299" idx="0"/>
          </p:cNvCxnSpPr>
          <p:nvPr/>
        </p:nvCxnSpPr>
        <p:spPr>
          <a:xfrm flipH="1" flipV="1">
            <a:off x="7021766" y="1119902"/>
            <a:ext cx="41266" cy="65090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6" name="Straight Connector 58">
            <a:extLst>
              <a:ext uri="{FF2B5EF4-FFF2-40B4-BE49-F238E27FC236}">
                <a16:creationId xmlns:a16="http://schemas.microsoft.com/office/drawing/2014/main" id="{C257F989-0460-9956-EA56-F9CDA838296D}"/>
              </a:ext>
            </a:extLst>
          </p:cNvPr>
          <p:cNvCxnSpPr>
            <a:endCxn id="302" idx="2"/>
          </p:cNvCxnSpPr>
          <p:nvPr/>
        </p:nvCxnSpPr>
        <p:spPr>
          <a:xfrm flipV="1">
            <a:off x="7147696" y="1240480"/>
            <a:ext cx="685715" cy="65770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7" name="Straight Connector 58">
            <a:extLst>
              <a:ext uri="{FF2B5EF4-FFF2-40B4-BE49-F238E27FC236}">
                <a16:creationId xmlns:a16="http://schemas.microsoft.com/office/drawing/2014/main" id="{5FA4139D-FCC7-7603-D117-1F8B3761F27B}"/>
              </a:ext>
            </a:extLst>
          </p:cNvPr>
          <p:cNvCxnSpPr>
            <a:cxnSpLocks/>
          </p:cNvCxnSpPr>
          <p:nvPr/>
        </p:nvCxnSpPr>
        <p:spPr>
          <a:xfrm flipH="1" flipV="1">
            <a:off x="7062602" y="1126686"/>
            <a:ext cx="765760" cy="7924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8" name="Straight Connector 58">
            <a:extLst>
              <a:ext uri="{FF2B5EF4-FFF2-40B4-BE49-F238E27FC236}">
                <a16:creationId xmlns:a16="http://schemas.microsoft.com/office/drawing/2014/main" id="{01E45CFE-1EE7-5028-2A0C-60ADB26613D2}"/>
              </a:ext>
            </a:extLst>
          </p:cNvPr>
          <p:cNvCxnSpPr/>
          <p:nvPr/>
        </p:nvCxnSpPr>
        <p:spPr>
          <a:xfrm flipH="1" flipV="1">
            <a:off x="7929771" y="1247682"/>
            <a:ext cx="79485" cy="68251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9" name="Straight Connector 53">
            <a:extLst>
              <a:ext uri="{FF2B5EF4-FFF2-40B4-BE49-F238E27FC236}">
                <a16:creationId xmlns:a16="http://schemas.microsoft.com/office/drawing/2014/main" id="{34645A4E-E8F7-CAF3-E6D0-03866DE6B0D6}"/>
              </a:ext>
            </a:extLst>
          </p:cNvPr>
          <p:cNvCxnSpPr>
            <a:endCxn id="291" idx="0"/>
          </p:cNvCxnSpPr>
          <p:nvPr/>
        </p:nvCxnSpPr>
        <p:spPr>
          <a:xfrm>
            <a:off x="7039123" y="2145177"/>
            <a:ext cx="88986" cy="36911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90" name="Straight Connector 53">
            <a:extLst>
              <a:ext uri="{FF2B5EF4-FFF2-40B4-BE49-F238E27FC236}">
                <a16:creationId xmlns:a16="http://schemas.microsoft.com/office/drawing/2014/main" id="{0B823C68-0FBD-F917-98B1-E712C06081C4}"/>
              </a:ext>
            </a:extLst>
          </p:cNvPr>
          <p:cNvCxnSpPr/>
          <p:nvPr/>
        </p:nvCxnSpPr>
        <p:spPr>
          <a:xfrm>
            <a:off x="7885276" y="2161163"/>
            <a:ext cx="88986" cy="36911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2CF3E35B-8DE6-BDCD-4835-32561D128B46}"/>
              </a:ext>
            </a:extLst>
          </p:cNvPr>
          <p:cNvSpPr txBox="1"/>
          <p:nvPr/>
        </p:nvSpPr>
        <p:spPr>
          <a:xfrm>
            <a:off x="8107902" y="1945200"/>
            <a:ext cx="111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带外管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理分区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1" name="Picture 72" descr="ToR1.png">
            <a:extLst>
              <a:ext uri="{FF2B5EF4-FFF2-40B4-BE49-F238E27FC236}">
                <a16:creationId xmlns:a16="http://schemas.microsoft.com/office/drawing/2014/main" id="{928AED33-ED4E-E782-E638-2425B0545F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932" y="1113191"/>
            <a:ext cx="602270" cy="127289"/>
          </a:xfrm>
          <a:prstGeom prst="rect">
            <a:avLst/>
          </a:prstGeom>
        </p:spPr>
      </p:pic>
      <p:pic>
        <p:nvPicPr>
          <p:cNvPr id="302" name="Picture 72" descr="ToR1.png">
            <a:extLst>
              <a:ext uri="{FF2B5EF4-FFF2-40B4-BE49-F238E27FC236}">
                <a16:creationId xmlns:a16="http://schemas.microsoft.com/office/drawing/2014/main" id="{1319F3EB-C62B-9AB5-FFB3-F2A4FEA190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2274" y="1113191"/>
            <a:ext cx="602270" cy="127289"/>
          </a:xfrm>
          <a:prstGeom prst="rect">
            <a:avLst/>
          </a:prstGeom>
        </p:spPr>
      </p:pic>
      <p:pic>
        <p:nvPicPr>
          <p:cNvPr id="291" name="Picture 1053">
            <a:extLst>
              <a:ext uri="{FF2B5EF4-FFF2-40B4-BE49-F238E27FC236}">
                <a16:creationId xmlns:a16="http://schemas.microsoft.com/office/drawing/2014/main" id="{7E79C7C9-8530-DEAF-3BD5-ED531C7A7244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32" y="2514297"/>
            <a:ext cx="390556" cy="17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2" name="Picture 1053">
            <a:extLst>
              <a:ext uri="{FF2B5EF4-FFF2-40B4-BE49-F238E27FC236}">
                <a16:creationId xmlns:a16="http://schemas.microsoft.com/office/drawing/2014/main" id="{46494509-9FF5-8B37-921A-CCF0FD78A88F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516" y="2531589"/>
            <a:ext cx="390556" cy="17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" name="Rectangle 245">
            <a:extLst>
              <a:ext uri="{FF2B5EF4-FFF2-40B4-BE49-F238E27FC236}">
                <a16:creationId xmlns:a16="http://schemas.microsoft.com/office/drawing/2014/main" id="{AB5EF378-956E-500C-239F-84BDB4323150}"/>
              </a:ext>
            </a:extLst>
          </p:cNvPr>
          <p:cNvSpPr/>
          <p:nvPr/>
        </p:nvSpPr>
        <p:spPr>
          <a:xfrm>
            <a:off x="10046264" y="4412435"/>
            <a:ext cx="1044489" cy="171091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3E5E77E-AFC8-FF3E-419C-473DE3FABED6}"/>
              </a:ext>
            </a:extLst>
          </p:cNvPr>
          <p:cNvSpPr/>
          <p:nvPr/>
        </p:nvSpPr>
        <p:spPr>
          <a:xfrm>
            <a:off x="8823250" y="4412437"/>
            <a:ext cx="1049383" cy="178117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A0F4D42F-A0FE-58E4-F0F0-BDB8E4E86B6D}"/>
              </a:ext>
            </a:extLst>
          </p:cNvPr>
          <p:cNvSpPr/>
          <p:nvPr/>
        </p:nvSpPr>
        <p:spPr>
          <a:xfrm>
            <a:off x="3330453" y="3077139"/>
            <a:ext cx="4915459" cy="101080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47" name="Straight Connector 58">
            <a:extLst>
              <a:ext uri="{FF2B5EF4-FFF2-40B4-BE49-F238E27FC236}">
                <a16:creationId xmlns:a16="http://schemas.microsoft.com/office/drawing/2014/main" id="{F92B4B1C-4557-1AAF-F7BD-BF33D2D4A4A9}"/>
              </a:ext>
            </a:extLst>
          </p:cNvPr>
          <p:cNvCxnSpPr>
            <a:cxnSpLocks/>
            <a:stCxn id="223" idx="0"/>
            <a:endCxn id="208" idx="2"/>
          </p:cNvCxnSpPr>
          <p:nvPr/>
        </p:nvCxnSpPr>
        <p:spPr>
          <a:xfrm flipH="1" flipV="1">
            <a:off x="4851861" y="3850762"/>
            <a:ext cx="4200671" cy="60788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DCC09BF-833E-E2BB-2FFE-34CBB87A89FD}"/>
              </a:ext>
            </a:extLst>
          </p:cNvPr>
          <p:cNvSpPr/>
          <p:nvPr/>
        </p:nvSpPr>
        <p:spPr>
          <a:xfrm>
            <a:off x="1703540" y="983396"/>
            <a:ext cx="2599019" cy="13764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B04E121-4909-5D9B-553A-6C002E2FFE9A}"/>
              </a:ext>
            </a:extLst>
          </p:cNvPr>
          <p:cNvSpPr/>
          <p:nvPr/>
        </p:nvSpPr>
        <p:spPr>
          <a:xfrm>
            <a:off x="4963653" y="4462752"/>
            <a:ext cx="3174571" cy="194430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9" name="Straight Connector 58">
            <a:extLst>
              <a:ext uri="{FF2B5EF4-FFF2-40B4-BE49-F238E27FC236}">
                <a16:creationId xmlns:a16="http://schemas.microsoft.com/office/drawing/2014/main" id="{B61229EE-D7E6-8371-178C-A505BDF500EF}"/>
              </a:ext>
            </a:extLst>
          </p:cNvPr>
          <p:cNvCxnSpPr/>
          <p:nvPr/>
        </p:nvCxnSpPr>
        <p:spPr>
          <a:xfrm>
            <a:off x="4771577" y="3565014"/>
            <a:ext cx="1560626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4DB8197D-9759-415D-BC4D-F4DB1ED18CBF}"/>
              </a:ext>
            </a:extLst>
          </p:cNvPr>
          <p:cNvSpPr txBox="1"/>
          <p:nvPr/>
        </p:nvSpPr>
        <p:spPr>
          <a:xfrm>
            <a:off x="5155232" y="331911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1" name="Straight Connector 58">
            <a:extLst>
              <a:ext uri="{FF2B5EF4-FFF2-40B4-BE49-F238E27FC236}">
                <a16:creationId xmlns:a16="http://schemas.microsoft.com/office/drawing/2014/main" id="{BA3FC3DA-15F0-A167-A71C-13B387F7CFE4}"/>
              </a:ext>
            </a:extLst>
          </p:cNvPr>
          <p:cNvCxnSpPr>
            <a:cxnSpLocks/>
            <a:endCxn id="208" idx="2"/>
          </p:cNvCxnSpPr>
          <p:nvPr/>
        </p:nvCxnSpPr>
        <p:spPr>
          <a:xfrm flipV="1">
            <a:off x="2009462" y="3850762"/>
            <a:ext cx="2842399" cy="111214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Connector 58">
            <a:extLst>
              <a:ext uri="{FF2B5EF4-FFF2-40B4-BE49-F238E27FC236}">
                <a16:creationId xmlns:a16="http://schemas.microsoft.com/office/drawing/2014/main" id="{C2DD2D7A-0A74-A0E8-478D-ED34C44FFE19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2776196" y="3850762"/>
            <a:ext cx="3459845" cy="117068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09" name="Straight Connector 58">
            <a:extLst>
              <a:ext uri="{FF2B5EF4-FFF2-40B4-BE49-F238E27FC236}">
                <a16:creationId xmlns:a16="http://schemas.microsoft.com/office/drawing/2014/main" id="{E0673A58-A06E-7E24-3760-94C3B00DD855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6695617" y="4749267"/>
            <a:ext cx="1048217" cy="24366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10" name="Straight Connector 58">
            <a:extLst>
              <a:ext uri="{FF2B5EF4-FFF2-40B4-BE49-F238E27FC236}">
                <a16:creationId xmlns:a16="http://schemas.microsoft.com/office/drawing/2014/main" id="{350405C3-B6E7-CBE2-DDC4-2379E6FE0457}"/>
              </a:ext>
            </a:extLst>
          </p:cNvPr>
          <p:cNvCxnSpPr>
            <a:cxnSpLocks/>
          </p:cNvCxnSpPr>
          <p:nvPr/>
        </p:nvCxnSpPr>
        <p:spPr>
          <a:xfrm flipV="1">
            <a:off x="5744555" y="4672039"/>
            <a:ext cx="1142954" cy="39859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114" name="Picture 1053">
            <a:extLst>
              <a:ext uri="{FF2B5EF4-FFF2-40B4-BE49-F238E27FC236}">
                <a16:creationId xmlns:a16="http://schemas.microsoft.com/office/drawing/2014/main" id="{0D8F4C98-F383-BE94-0F8D-217BC1B53E85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049" y="4567903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053">
            <a:extLst>
              <a:ext uri="{FF2B5EF4-FFF2-40B4-BE49-F238E27FC236}">
                <a16:creationId xmlns:a16="http://schemas.microsoft.com/office/drawing/2014/main" id="{5F2820E8-0EDA-4967-521B-1AACCDDC019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5" y="4567903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6" name="Straight Connector 58">
            <a:extLst>
              <a:ext uri="{FF2B5EF4-FFF2-40B4-BE49-F238E27FC236}">
                <a16:creationId xmlns:a16="http://schemas.microsoft.com/office/drawing/2014/main" id="{121D7885-E643-32BD-A57F-09A2B5A506D2}"/>
              </a:ext>
            </a:extLst>
          </p:cNvPr>
          <p:cNvCxnSpPr>
            <a:cxnSpLocks/>
          </p:cNvCxnSpPr>
          <p:nvPr/>
        </p:nvCxnSpPr>
        <p:spPr>
          <a:xfrm flipH="1" flipV="1">
            <a:off x="6279397" y="3879935"/>
            <a:ext cx="222900" cy="124014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17" name="Straight Connector 58">
            <a:extLst>
              <a:ext uri="{FF2B5EF4-FFF2-40B4-BE49-F238E27FC236}">
                <a16:creationId xmlns:a16="http://schemas.microsoft.com/office/drawing/2014/main" id="{16FDFEB9-639D-4772-D902-97855ABADA9E}"/>
              </a:ext>
            </a:extLst>
          </p:cNvPr>
          <p:cNvCxnSpPr>
            <a:cxnSpLocks/>
            <a:endCxn id="208" idx="2"/>
          </p:cNvCxnSpPr>
          <p:nvPr/>
        </p:nvCxnSpPr>
        <p:spPr>
          <a:xfrm flipH="1" flipV="1">
            <a:off x="4851861" y="3850762"/>
            <a:ext cx="760838" cy="124291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56FE63E9-766D-BD19-3111-05F2F0BB4DBE}"/>
              </a:ext>
            </a:extLst>
          </p:cNvPr>
          <p:cNvSpPr txBox="1"/>
          <p:nvPr/>
        </p:nvSpPr>
        <p:spPr>
          <a:xfrm>
            <a:off x="6851018" y="5070160"/>
            <a:ext cx="1621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核心应用分区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1ED9517-9DA9-626A-2F9B-A318CCD6CE90}"/>
              </a:ext>
            </a:extLst>
          </p:cNvPr>
          <p:cNvSpPr txBox="1"/>
          <p:nvPr/>
        </p:nvSpPr>
        <p:spPr>
          <a:xfrm>
            <a:off x="1442934" y="61199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EB7EE96-1E22-6184-2AE3-4B86EBFCADBE}"/>
              </a:ext>
            </a:extLst>
          </p:cNvPr>
          <p:cNvSpPr txBox="1"/>
          <p:nvPr/>
        </p:nvSpPr>
        <p:spPr>
          <a:xfrm>
            <a:off x="3141968" y="2011099"/>
            <a:ext cx="1023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广域网路由器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40" name="Straight Connector 58">
            <a:extLst>
              <a:ext uri="{FF2B5EF4-FFF2-40B4-BE49-F238E27FC236}">
                <a16:creationId xmlns:a16="http://schemas.microsoft.com/office/drawing/2014/main" id="{F025D361-5F3A-0F69-552F-33221D90510A}"/>
              </a:ext>
            </a:extLst>
          </p:cNvPr>
          <p:cNvCxnSpPr>
            <a:cxnSpLocks/>
          </p:cNvCxnSpPr>
          <p:nvPr/>
        </p:nvCxnSpPr>
        <p:spPr>
          <a:xfrm>
            <a:off x="3931916" y="1869315"/>
            <a:ext cx="2296043" cy="1669367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43" name="Straight Connector 58">
            <a:extLst>
              <a:ext uri="{FF2B5EF4-FFF2-40B4-BE49-F238E27FC236}">
                <a16:creationId xmlns:a16="http://schemas.microsoft.com/office/drawing/2014/main" id="{CF72622B-8116-AA4E-41E0-C51BFAC10B24}"/>
              </a:ext>
            </a:extLst>
          </p:cNvPr>
          <p:cNvCxnSpPr>
            <a:cxnSpLocks/>
          </p:cNvCxnSpPr>
          <p:nvPr/>
        </p:nvCxnSpPr>
        <p:spPr>
          <a:xfrm flipH="1" flipV="1">
            <a:off x="3407442" y="1831765"/>
            <a:ext cx="1442631" cy="163426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45" name="Straight Connector 58">
            <a:extLst>
              <a:ext uri="{FF2B5EF4-FFF2-40B4-BE49-F238E27FC236}">
                <a16:creationId xmlns:a16="http://schemas.microsoft.com/office/drawing/2014/main" id="{5A51BAA9-B502-6F46-948D-BAB40BF6287E}"/>
              </a:ext>
            </a:extLst>
          </p:cNvPr>
          <p:cNvCxnSpPr>
            <a:cxnSpLocks/>
            <a:stCxn id="224" idx="0"/>
          </p:cNvCxnSpPr>
          <p:nvPr/>
        </p:nvCxnSpPr>
        <p:spPr>
          <a:xfrm flipH="1" flipV="1">
            <a:off x="6409157" y="3750959"/>
            <a:ext cx="2932234" cy="70768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26" name="Straight Connector 53">
            <a:extLst>
              <a:ext uri="{FF2B5EF4-FFF2-40B4-BE49-F238E27FC236}">
                <a16:creationId xmlns:a16="http://schemas.microsoft.com/office/drawing/2014/main" id="{7A76F74E-EF6D-7704-1298-6C29EEEA6554}"/>
              </a:ext>
            </a:extLst>
          </p:cNvPr>
          <p:cNvCxnSpPr/>
          <p:nvPr/>
        </p:nvCxnSpPr>
        <p:spPr>
          <a:xfrm>
            <a:off x="3483852" y="1772633"/>
            <a:ext cx="29489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34D20D1A-1471-1C63-0A65-62B828157C86}"/>
              </a:ext>
            </a:extLst>
          </p:cNvPr>
          <p:cNvSpPr txBox="1"/>
          <p:nvPr/>
        </p:nvSpPr>
        <p:spPr>
          <a:xfrm>
            <a:off x="6572338" y="3276021"/>
            <a:ext cx="1866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核心交换分区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1" name="Straight Connector 58">
            <a:extLst>
              <a:ext uri="{FF2B5EF4-FFF2-40B4-BE49-F238E27FC236}">
                <a16:creationId xmlns:a16="http://schemas.microsoft.com/office/drawing/2014/main" id="{7E67DA24-6066-8FB1-5B5C-61D3E16F7673}"/>
              </a:ext>
            </a:extLst>
          </p:cNvPr>
          <p:cNvCxnSpPr>
            <a:cxnSpLocks/>
            <a:stCxn id="256" idx="0"/>
          </p:cNvCxnSpPr>
          <p:nvPr/>
        </p:nvCxnSpPr>
        <p:spPr>
          <a:xfrm flipH="1" flipV="1">
            <a:off x="6461963" y="3717193"/>
            <a:ext cx="4102444" cy="7414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82" name="Straight Connector 58">
            <a:extLst>
              <a:ext uri="{FF2B5EF4-FFF2-40B4-BE49-F238E27FC236}">
                <a16:creationId xmlns:a16="http://schemas.microsoft.com/office/drawing/2014/main" id="{C0A1D366-A53F-35E8-59C6-6E440A5A18FC}"/>
              </a:ext>
            </a:extLst>
          </p:cNvPr>
          <p:cNvCxnSpPr>
            <a:cxnSpLocks/>
            <a:stCxn id="255" idx="0"/>
          </p:cNvCxnSpPr>
          <p:nvPr/>
        </p:nvCxnSpPr>
        <p:spPr>
          <a:xfrm flipH="1" flipV="1">
            <a:off x="4779166" y="3735151"/>
            <a:ext cx="5496383" cy="72349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97" name="Straight Connector 58">
            <a:extLst>
              <a:ext uri="{FF2B5EF4-FFF2-40B4-BE49-F238E27FC236}">
                <a16:creationId xmlns:a16="http://schemas.microsoft.com/office/drawing/2014/main" id="{D442ED5A-0F0D-9CCE-EBC8-980F8DB260B4}"/>
              </a:ext>
            </a:extLst>
          </p:cNvPr>
          <p:cNvCxnSpPr/>
          <p:nvPr/>
        </p:nvCxnSpPr>
        <p:spPr>
          <a:xfrm>
            <a:off x="9342760" y="4577870"/>
            <a:ext cx="21931" cy="70828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98" name="Straight Connector 58">
            <a:extLst>
              <a:ext uri="{FF2B5EF4-FFF2-40B4-BE49-F238E27FC236}">
                <a16:creationId xmlns:a16="http://schemas.microsoft.com/office/drawing/2014/main" id="{E55C3E64-6D63-9AB7-9E6C-0A94682EF566}"/>
              </a:ext>
            </a:extLst>
          </p:cNvPr>
          <p:cNvCxnSpPr/>
          <p:nvPr/>
        </p:nvCxnSpPr>
        <p:spPr>
          <a:xfrm>
            <a:off x="9106626" y="4587353"/>
            <a:ext cx="21931" cy="70828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F1587DB-EDD6-C370-0BF9-5AF91BCD6FB8}"/>
              </a:ext>
            </a:extLst>
          </p:cNvPr>
          <p:cNvSpPr txBox="1"/>
          <p:nvPr/>
        </p:nvSpPr>
        <p:spPr>
          <a:xfrm>
            <a:off x="8822400" y="5492352"/>
            <a:ext cx="102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第三方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外联分区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0" name="Straight Connector 53">
            <a:extLst>
              <a:ext uri="{FF2B5EF4-FFF2-40B4-BE49-F238E27FC236}">
                <a16:creationId xmlns:a16="http://schemas.microsoft.com/office/drawing/2014/main" id="{F3DA0E7F-3015-C2A9-4423-A50031E89278}"/>
              </a:ext>
            </a:extLst>
          </p:cNvPr>
          <p:cNvCxnSpPr/>
          <p:nvPr/>
        </p:nvCxnSpPr>
        <p:spPr>
          <a:xfrm>
            <a:off x="9102469" y="4520641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23" name="Picture 1053">
            <a:extLst>
              <a:ext uri="{FF2B5EF4-FFF2-40B4-BE49-F238E27FC236}">
                <a16:creationId xmlns:a16="http://schemas.microsoft.com/office/drawing/2014/main" id="{A5F7F0DF-9DBE-05DF-5ACB-F80FC7D197F0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325" y="4458642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" name="Picture 1053">
            <a:extLst>
              <a:ext uri="{FF2B5EF4-FFF2-40B4-BE49-F238E27FC236}">
                <a16:creationId xmlns:a16="http://schemas.microsoft.com/office/drawing/2014/main" id="{B3ADFBA8-AEE3-8613-CB16-8E06A63F5124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184" y="4458642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7" name="Straight Connector 53">
            <a:extLst>
              <a:ext uri="{FF2B5EF4-FFF2-40B4-BE49-F238E27FC236}">
                <a16:creationId xmlns:a16="http://schemas.microsoft.com/office/drawing/2014/main" id="{C6776E03-4531-C1FE-D0FF-E810A2C5898C}"/>
              </a:ext>
            </a:extLst>
          </p:cNvPr>
          <p:cNvCxnSpPr/>
          <p:nvPr/>
        </p:nvCxnSpPr>
        <p:spPr>
          <a:xfrm>
            <a:off x="9128885" y="5003496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31" name="Picture 1053">
            <a:extLst>
              <a:ext uri="{FF2B5EF4-FFF2-40B4-BE49-F238E27FC236}">
                <a16:creationId xmlns:a16="http://schemas.microsoft.com/office/drawing/2014/main" id="{1641C505-A511-CE3D-05E8-F014B28F4846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742" y="4941497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2" name="Picture 1053">
            <a:extLst>
              <a:ext uri="{FF2B5EF4-FFF2-40B4-BE49-F238E27FC236}">
                <a16:creationId xmlns:a16="http://schemas.microsoft.com/office/drawing/2014/main" id="{96EE0F0E-10E8-87E0-FD71-A3C3EAEDD8C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602" y="4941497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1" name="Straight Connector 58">
            <a:extLst>
              <a:ext uri="{FF2B5EF4-FFF2-40B4-BE49-F238E27FC236}">
                <a16:creationId xmlns:a16="http://schemas.microsoft.com/office/drawing/2014/main" id="{6D9EF933-903F-3C66-B5F8-8C190046C16E}"/>
              </a:ext>
            </a:extLst>
          </p:cNvPr>
          <p:cNvCxnSpPr>
            <a:endCxn id="244" idx="3"/>
          </p:cNvCxnSpPr>
          <p:nvPr/>
        </p:nvCxnSpPr>
        <p:spPr>
          <a:xfrm>
            <a:off x="9087424" y="5303955"/>
            <a:ext cx="396738" cy="2832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42" name="Picture 37">
            <a:extLst>
              <a:ext uri="{FF2B5EF4-FFF2-40B4-BE49-F238E27FC236}">
                <a16:creationId xmlns:a16="http://schemas.microsoft.com/office/drawing/2014/main" id="{B3ED8BE8-34F3-FF45-4940-29EBF5DFBADA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944" y="5172204"/>
            <a:ext cx="191240" cy="32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" name="Picture 37">
            <a:extLst>
              <a:ext uri="{FF2B5EF4-FFF2-40B4-BE49-F238E27FC236}">
                <a16:creationId xmlns:a16="http://schemas.microsoft.com/office/drawing/2014/main" id="{B78C1C0A-DFA7-1C79-6D8C-67D2B25C3004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922" y="5172204"/>
            <a:ext cx="191240" cy="32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8" name="Straight Connector 58">
            <a:extLst>
              <a:ext uri="{FF2B5EF4-FFF2-40B4-BE49-F238E27FC236}">
                <a16:creationId xmlns:a16="http://schemas.microsoft.com/office/drawing/2014/main" id="{68AFCDB0-31CA-EB6D-9590-8B7B58DB6B9C}"/>
              </a:ext>
            </a:extLst>
          </p:cNvPr>
          <p:cNvCxnSpPr/>
          <p:nvPr/>
        </p:nvCxnSpPr>
        <p:spPr>
          <a:xfrm>
            <a:off x="10267661" y="5342897"/>
            <a:ext cx="31708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CB493751-3855-877F-F43E-C7126EE672A2}"/>
              </a:ext>
            </a:extLst>
          </p:cNvPr>
          <p:cNvSpPr txBox="1"/>
          <p:nvPr/>
        </p:nvSpPr>
        <p:spPr>
          <a:xfrm>
            <a:off x="10122181" y="5483177"/>
            <a:ext cx="925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网银接入分区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51" name="Straight Connector 53">
            <a:extLst>
              <a:ext uri="{FF2B5EF4-FFF2-40B4-BE49-F238E27FC236}">
                <a16:creationId xmlns:a16="http://schemas.microsoft.com/office/drawing/2014/main" id="{BF1E0E24-FA2E-39D8-E41D-D80F79B3E769}"/>
              </a:ext>
            </a:extLst>
          </p:cNvPr>
          <p:cNvCxnSpPr>
            <a:stCxn id="266" idx="0"/>
            <a:endCxn id="255" idx="0"/>
          </p:cNvCxnSpPr>
          <p:nvPr/>
        </p:nvCxnSpPr>
        <p:spPr>
          <a:xfrm flipH="1" flipV="1">
            <a:off x="10275550" y="4458639"/>
            <a:ext cx="24734" cy="767049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52" name="Straight Connector 53">
            <a:extLst>
              <a:ext uri="{FF2B5EF4-FFF2-40B4-BE49-F238E27FC236}">
                <a16:creationId xmlns:a16="http://schemas.microsoft.com/office/drawing/2014/main" id="{D12D2BD8-B868-96AB-9A5E-A086948DD8CB}"/>
              </a:ext>
            </a:extLst>
          </p:cNvPr>
          <p:cNvCxnSpPr>
            <a:stCxn id="268" idx="0"/>
          </p:cNvCxnSpPr>
          <p:nvPr/>
        </p:nvCxnSpPr>
        <p:spPr>
          <a:xfrm flipH="1" flipV="1">
            <a:off x="10564993" y="4580991"/>
            <a:ext cx="58433" cy="644699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54" name="Straight Connector 53">
            <a:extLst>
              <a:ext uri="{FF2B5EF4-FFF2-40B4-BE49-F238E27FC236}">
                <a16:creationId xmlns:a16="http://schemas.microsoft.com/office/drawing/2014/main" id="{0F6C9FB7-DD79-6FB5-E25B-C1E338928D9D}"/>
              </a:ext>
            </a:extLst>
          </p:cNvPr>
          <p:cNvCxnSpPr/>
          <p:nvPr/>
        </p:nvCxnSpPr>
        <p:spPr>
          <a:xfrm>
            <a:off x="10325485" y="4520640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55" name="Picture 1053">
            <a:extLst>
              <a:ext uri="{FF2B5EF4-FFF2-40B4-BE49-F238E27FC236}">
                <a16:creationId xmlns:a16="http://schemas.microsoft.com/office/drawing/2014/main" id="{6B407FC4-8419-824F-5BBF-2BA1F22B985C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342" y="4458641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" name="Picture 1053">
            <a:extLst>
              <a:ext uri="{FF2B5EF4-FFF2-40B4-BE49-F238E27FC236}">
                <a16:creationId xmlns:a16="http://schemas.microsoft.com/office/drawing/2014/main" id="{15DE330A-D47E-1ECD-027C-A39BB26D5655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200" y="4458641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7" name="Straight Connector 53">
            <a:extLst>
              <a:ext uri="{FF2B5EF4-FFF2-40B4-BE49-F238E27FC236}">
                <a16:creationId xmlns:a16="http://schemas.microsoft.com/office/drawing/2014/main" id="{CCAF0F71-E2D4-6D36-6020-9C73BD081F64}"/>
              </a:ext>
            </a:extLst>
          </p:cNvPr>
          <p:cNvCxnSpPr/>
          <p:nvPr/>
        </p:nvCxnSpPr>
        <p:spPr>
          <a:xfrm>
            <a:off x="10351901" y="5003495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58" name="Picture 1053">
            <a:extLst>
              <a:ext uri="{FF2B5EF4-FFF2-40B4-BE49-F238E27FC236}">
                <a16:creationId xmlns:a16="http://schemas.microsoft.com/office/drawing/2014/main" id="{541C5B43-ABB2-C473-A495-713369EA4CEC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3758" y="4941496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1053">
            <a:extLst>
              <a:ext uri="{FF2B5EF4-FFF2-40B4-BE49-F238E27FC236}">
                <a16:creationId xmlns:a16="http://schemas.microsoft.com/office/drawing/2014/main" id="{5644C78C-4993-8947-4ABB-F5E60302CA4A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617" y="4941496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" name="Picture 36" descr="ManagementEngineME1100">
            <a:extLst>
              <a:ext uri="{FF2B5EF4-FFF2-40B4-BE49-F238E27FC236}">
                <a16:creationId xmlns:a16="http://schemas.microsoft.com/office/drawing/2014/main" id="{7260308A-FFA9-9BB3-2127-5461BDFF0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925" y="5225690"/>
            <a:ext cx="222719" cy="19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" name="Picture 36" descr="ManagementEngineME1100">
            <a:extLst>
              <a:ext uri="{FF2B5EF4-FFF2-40B4-BE49-F238E27FC236}">
                <a16:creationId xmlns:a16="http://schemas.microsoft.com/office/drawing/2014/main" id="{2F499DBB-1B34-407C-23DA-77E2549F6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067" y="5225690"/>
            <a:ext cx="222719" cy="19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4" name="Straight Connector 53">
            <a:extLst>
              <a:ext uri="{FF2B5EF4-FFF2-40B4-BE49-F238E27FC236}">
                <a16:creationId xmlns:a16="http://schemas.microsoft.com/office/drawing/2014/main" id="{3B0EC8D9-E60D-66D3-CA60-397F7E3D4B49}"/>
              </a:ext>
            </a:extLst>
          </p:cNvPr>
          <p:cNvCxnSpPr>
            <a:cxnSpLocks/>
            <a:endCxn id="292" idx="3"/>
          </p:cNvCxnSpPr>
          <p:nvPr/>
        </p:nvCxnSpPr>
        <p:spPr>
          <a:xfrm flipV="1">
            <a:off x="6175159" y="2619380"/>
            <a:ext cx="1918913" cy="79244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05" name="Straight Connector 53">
            <a:extLst>
              <a:ext uri="{FF2B5EF4-FFF2-40B4-BE49-F238E27FC236}">
                <a16:creationId xmlns:a16="http://schemas.microsoft.com/office/drawing/2014/main" id="{15C6C47E-E00B-C8E4-5F99-69CC7E89C889}"/>
              </a:ext>
            </a:extLst>
          </p:cNvPr>
          <p:cNvCxnSpPr>
            <a:cxnSpLocks/>
            <a:stCxn id="208" idx="0"/>
            <a:endCxn id="291" idx="1"/>
          </p:cNvCxnSpPr>
          <p:nvPr/>
        </p:nvCxnSpPr>
        <p:spPr>
          <a:xfrm flipV="1">
            <a:off x="4851861" y="2602088"/>
            <a:ext cx="2080971" cy="67717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08" name="Picture 69" descr="Cortina8Front.png">
            <a:extLst>
              <a:ext uri="{FF2B5EF4-FFF2-40B4-BE49-F238E27FC236}">
                <a16:creationId xmlns:a16="http://schemas.microsoft.com/office/drawing/2014/main" id="{C22B6F0E-33A6-EDAA-B25D-4E48C3C7E0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7434" y="3279266"/>
            <a:ext cx="548854" cy="571496"/>
          </a:xfrm>
          <a:prstGeom prst="rect">
            <a:avLst/>
          </a:prstGeom>
        </p:spPr>
      </p:pic>
      <p:sp>
        <p:nvSpPr>
          <p:cNvPr id="440" name="Cloud 439">
            <a:extLst>
              <a:ext uri="{FF2B5EF4-FFF2-40B4-BE49-F238E27FC236}">
                <a16:creationId xmlns:a16="http://schemas.microsoft.com/office/drawing/2014/main" id="{7008402A-F8FA-27C7-BE3C-385EA5F7E123}"/>
              </a:ext>
            </a:extLst>
          </p:cNvPr>
          <p:cNvSpPr/>
          <p:nvPr/>
        </p:nvSpPr>
        <p:spPr>
          <a:xfrm rot="16200000">
            <a:off x="3521529" y="1016300"/>
            <a:ext cx="267103" cy="1047139"/>
          </a:xfrm>
          <a:prstGeom prst="cloud">
            <a:avLst/>
          </a:prstGeom>
          <a:solidFill>
            <a:schemeClr val="bg1"/>
          </a:solidFill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txBody>
          <a:bodyPr lIns="121814" tIns="60907" rIns="121814" bIns="60907" rtlCol="0" anchor="ctr"/>
          <a:lstStyle/>
          <a:p>
            <a:pPr marL="0" marR="0" lvl="0" indent="0" algn="ctr" defTabSz="8118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0" cap="none" spc="0" normalizeH="0" baseline="0" noProof="0" dirty="0">
              <a:ln>
                <a:noFill/>
              </a:ln>
              <a:solidFill>
                <a:srgbClr val="0183B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69" name="Straight Connector 53">
            <a:extLst>
              <a:ext uri="{FF2B5EF4-FFF2-40B4-BE49-F238E27FC236}">
                <a16:creationId xmlns:a16="http://schemas.microsoft.com/office/drawing/2014/main" id="{C34F2A7C-F762-82FE-9C0F-811D633844B0}"/>
              </a:ext>
            </a:extLst>
          </p:cNvPr>
          <p:cNvCxnSpPr/>
          <p:nvPr/>
        </p:nvCxnSpPr>
        <p:spPr>
          <a:xfrm>
            <a:off x="7298963" y="2593674"/>
            <a:ext cx="685550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09" name="Picture 69" descr="Cortina8Front.png">
            <a:extLst>
              <a:ext uri="{FF2B5EF4-FFF2-40B4-BE49-F238E27FC236}">
                <a16:creationId xmlns:a16="http://schemas.microsoft.com/office/drawing/2014/main" id="{23BDDA5D-4D40-C1C1-0369-1C5B388FCDD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1614" y="3279266"/>
            <a:ext cx="548854" cy="571496"/>
          </a:xfrm>
          <a:prstGeom prst="rect">
            <a:avLst/>
          </a:prstGeom>
        </p:spPr>
      </p:pic>
      <p:cxnSp>
        <p:nvCxnSpPr>
          <p:cNvPr id="121" name="Straight Connector 53">
            <a:extLst>
              <a:ext uri="{FF2B5EF4-FFF2-40B4-BE49-F238E27FC236}">
                <a16:creationId xmlns:a16="http://schemas.microsoft.com/office/drawing/2014/main" id="{60DA4675-E0D1-5423-A61F-4146DC5AA5DC}"/>
              </a:ext>
            </a:extLst>
          </p:cNvPr>
          <p:cNvCxnSpPr/>
          <p:nvPr/>
        </p:nvCxnSpPr>
        <p:spPr>
          <a:xfrm>
            <a:off x="6768530" y="4658585"/>
            <a:ext cx="103753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2" name="TextBox 127">
            <a:extLst>
              <a:ext uri="{FF2B5EF4-FFF2-40B4-BE49-F238E27FC236}">
                <a16:creationId xmlns:a16="http://schemas.microsoft.com/office/drawing/2014/main" id="{3C7AF5D5-005F-F64E-2775-E3C587C327AA}"/>
              </a:ext>
            </a:extLst>
          </p:cNvPr>
          <p:cNvSpPr txBox="1"/>
          <p:nvPr/>
        </p:nvSpPr>
        <p:spPr>
          <a:xfrm>
            <a:off x="2326600" y="1071506"/>
            <a:ext cx="1253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广域网接入分区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5" name="Straight Connector 58">
            <a:extLst>
              <a:ext uri="{FF2B5EF4-FFF2-40B4-BE49-F238E27FC236}">
                <a16:creationId xmlns:a16="http://schemas.microsoft.com/office/drawing/2014/main" id="{A970F9E8-D6D9-5641-13F8-ACB2CD2BBA0D}"/>
              </a:ext>
            </a:extLst>
          </p:cNvPr>
          <p:cNvCxnSpPr/>
          <p:nvPr/>
        </p:nvCxnSpPr>
        <p:spPr>
          <a:xfrm flipV="1">
            <a:off x="1424349" y="5252293"/>
            <a:ext cx="567502" cy="7703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7" name="Straight Connector 58">
            <a:extLst>
              <a:ext uri="{FF2B5EF4-FFF2-40B4-BE49-F238E27FC236}">
                <a16:creationId xmlns:a16="http://schemas.microsoft.com/office/drawing/2014/main" id="{E1DF0FBC-3926-4FF1-16FD-0C976F611251}"/>
              </a:ext>
            </a:extLst>
          </p:cNvPr>
          <p:cNvCxnSpPr>
            <a:cxnSpLocks/>
            <a:stCxn id="486" idx="0"/>
          </p:cNvCxnSpPr>
          <p:nvPr/>
        </p:nvCxnSpPr>
        <p:spPr>
          <a:xfrm flipV="1">
            <a:off x="2184361" y="5461536"/>
            <a:ext cx="301135" cy="49356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9" name="Straight Connector 58">
            <a:extLst>
              <a:ext uri="{FF2B5EF4-FFF2-40B4-BE49-F238E27FC236}">
                <a16:creationId xmlns:a16="http://schemas.microsoft.com/office/drawing/2014/main" id="{6038E36A-7004-E2F1-FAB6-3A63997A808F}"/>
              </a:ext>
            </a:extLst>
          </p:cNvPr>
          <p:cNvCxnSpPr/>
          <p:nvPr/>
        </p:nvCxnSpPr>
        <p:spPr>
          <a:xfrm>
            <a:off x="1991848" y="504758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0" name="Straight Connector 58">
            <a:extLst>
              <a:ext uri="{FF2B5EF4-FFF2-40B4-BE49-F238E27FC236}">
                <a16:creationId xmlns:a16="http://schemas.microsoft.com/office/drawing/2014/main" id="{582C4D8B-9AC5-93DF-898A-C41A35FEFEF9}"/>
              </a:ext>
            </a:extLst>
          </p:cNvPr>
          <p:cNvCxnSpPr/>
          <p:nvPr/>
        </p:nvCxnSpPr>
        <p:spPr>
          <a:xfrm>
            <a:off x="1991848" y="5115817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1" name="Straight Connector 58">
            <a:extLst>
              <a:ext uri="{FF2B5EF4-FFF2-40B4-BE49-F238E27FC236}">
                <a16:creationId xmlns:a16="http://schemas.microsoft.com/office/drawing/2014/main" id="{BD6525B9-11CB-BD7A-29A8-EE64A63BE654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2175598" y="4739566"/>
            <a:ext cx="485302" cy="37239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2" name="Straight Connector 58">
            <a:extLst>
              <a:ext uri="{FF2B5EF4-FFF2-40B4-BE49-F238E27FC236}">
                <a16:creationId xmlns:a16="http://schemas.microsoft.com/office/drawing/2014/main" id="{E7EF78C0-1837-DFD5-A8BF-683303976867}"/>
              </a:ext>
            </a:extLst>
          </p:cNvPr>
          <p:cNvCxnSpPr>
            <a:cxnSpLocks/>
            <a:endCxn id="34" idx="2"/>
          </p:cNvCxnSpPr>
          <p:nvPr/>
        </p:nvCxnSpPr>
        <p:spPr>
          <a:xfrm flipH="1" flipV="1">
            <a:off x="1445952" y="4739566"/>
            <a:ext cx="429667" cy="33444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34" name="Picture 1053">
            <a:extLst>
              <a:ext uri="{FF2B5EF4-FFF2-40B4-BE49-F238E27FC236}">
                <a16:creationId xmlns:a16="http://schemas.microsoft.com/office/drawing/2014/main" id="{6E6B425C-746C-3256-EE24-8BAF469863E7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13" y="4558202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053">
            <a:extLst>
              <a:ext uri="{FF2B5EF4-FFF2-40B4-BE49-F238E27FC236}">
                <a16:creationId xmlns:a16="http://schemas.microsoft.com/office/drawing/2014/main" id="{ADC86024-F6B8-9383-67EE-7E95F7DC3BB8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459" y="4558202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212">
            <a:extLst>
              <a:ext uri="{FF2B5EF4-FFF2-40B4-BE49-F238E27FC236}">
                <a16:creationId xmlns:a16="http://schemas.microsoft.com/office/drawing/2014/main" id="{2F294499-F6A5-D5C1-A71C-99EC4B4A6132}"/>
              </a:ext>
            </a:extLst>
          </p:cNvPr>
          <p:cNvSpPr txBox="1"/>
          <p:nvPr/>
        </p:nvSpPr>
        <p:spPr>
          <a:xfrm>
            <a:off x="1062372" y="4914918"/>
            <a:ext cx="644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汇聚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53">
            <a:extLst>
              <a:ext uri="{FF2B5EF4-FFF2-40B4-BE49-F238E27FC236}">
                <a16:creationId xmlns:a16="http://schemas.microsoft.com/office/drawing/2014/main" id="{0C8B0F95-1BB2-6F6B-D403-AF5BDB91BAA6}"/>
              </a:ext>
            </a:extLst>
          </p:cNvPr>
          <p:cNvCxnSpPr/>
          <p:nvPr/>
        </p:nvCxnSpPr>
        <p:spPr>
          <a:xfrm>
            <a:off x="1200294" y="4648884"/>
            <a:ext cx="103753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Straight Connector 58">
            <a:extLst>
              <a:ext uri="{FF2B5EF4-FFF2-40B4-BE49-F238E27FC236}">
                <a16:creationId xmlns:a16="http://schemas.microsoft.com/office/drawing/2014/main" id="{06B2E6D5-73A8-D6AB-5C43-CD21C90B422E}"/>
              </a:ext>
            </a:extLst>
          </p:cNvPr>
          <p:cNvCxnSpPr/>
          <p:nvPr/>
        </p:nvCxnSpPr>
        <p:spPr>
          <a:xfrm>
            <a:off x="2024978" y="518262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" name="Straight Connector 58">
            <a:extLst>
              <a:ext uri="{FF2B5EF4-FFF2-40B4-BE49-F238E27FC236}">
                <a16:creationId xmlns:a16="http://schemas.microsoft.com/office/drawing/2014/main" id="{4800DD2A-23AB-E2C9-011F-4329D890759F}"/>
              </a:ext>
            </a:extLst>
          </p:cNvPr>
          <p:cNvCxnSpPr>
            <a:cxnSpLocks/>
          </p:cNvCxnSpPr>
          <p:nvPr/>
        </p:nvCxnSpPr>
        <p:spPr>
          <a:xfrm>
            <a:off x="7162087" y="2055231"/>
            <a:ext cx="72318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99" name="Picture 69" descr="Cortina8Front.png">
            <a:extLst>
              <a:ext uri="{FF2B5EF4-FFF2-40B4-BE49-F238E27FC236}">
                <a16:creationId xmlns:a16="http://schemas.microsoft.com/office/drawing/2014/main" id="{88C1821E-94F6-2742-C050-EDBF016D024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441" y="1770808"/>
            <a:ext cx="341183" cy="553279"/>
          </a:xfrm>
          <a:prstGeom prst="rect">
            <a:avLst/>
          </a:prstGeom>
        </p:spPr>
      </p:pic>
      <p:pic>
        <p:nvPicPr>
          <p:cNvPr id="300" name="Picture 69" descr="Cortina8Front.png">
            <a:extLst>
              <a:ext uri="{FF2B5EF4-FFF2-40B4-BE49-F238E27FC236}">
                <a16:creationId xmlns:a16="http://schemas.microsoft.com/office/drawing/2014/main" id="{0E7CBB34-E8AA-7549-4E34-CDB47650DD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2888" y="1770808"/>
            <a:ext cx="341183" cy="553279"/>
          </a:xfrm>
          <a:prstGeom prst="rect">
            <a:avLst/>
          </a:prstGeom>
        </p:spPr>
      </p:pic>
      <p:cxnSp>
        <p:nvCxnSpPr>
          <p:cNvPr id="489" name="Straight Connector 58">
            <a:extLst>
              <a:ext uri="{FF2B5EF4-FFF2-40B4-BE49-F238E27FC236}">
                <a16:creationId xmlns:a16="http://schemas.microsoft.com/office/drawing/2014/main" id="{574314E2-93AB-E2BF-A5CA-48628F082D57}"/>
              </a:ext>
            </a:extLst>
          </p:cNvPr>
          <p:cNvCxnSpPr/>
          <p:nvPr/>
        </p:nvCxnSpPr>
        <p:spPr>
          <a:xfrm>
            <a:off x="1561152" y="5991482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0" name="Straight Connector 58">
            <a:extLst>
              <a:ext uri="{FF2B5EF4-FFF2-40B4-BE49-F238E27FC236}">
                <a16:creationId xmlns:a16="http://schemas.microsoft.com/office/drawing/2014/main" id="{2B29FBAC-4D8D-9621-A437-C067B771A754}"/>
              </a:ext>
            </a:extLst>
          </p:cNvPr>
          <p:cNvCxnSpPr/>
          <p:nvPr/>
        </p:nvCxnSpPr>
        <p:spPr>
          <a:xfrm>
            <a:off x="1631970" y="60187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1" name="Straight Connector 58">
            <a:extLst>
              <a:ext uri="{FF2B5EF4-FFF2-40B4-BE49-F238E27FC236}">
                <a16:creationId xmlns:a16="http://schemas.microsoft.com/office/drawing/2014/main" id="{035918AB-81D6-846D-9EA1-FEF399D68C89}"/>
              </a:ext>
            </a:extLst>
          </p:cNvPr>
          <p:cNvCxnSpPr/>
          <p:nvPr/>
        </p:nvCxnSpPr>
        <p:spPr>
          <a:xfrm>
            <a:off x="1555770" y="605411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485" name="Picture 72" descr="ToR1.png">
            <a:extLst>
              <a:ext uri="{FF2B5EF4-FFF2-40B4-BE49-F238E27FC236}">
                <a16:creationId xmlns:a16="http://schemas.microsoft.com/office/drawing/2014/main" id="{BC8C4B72-F8E7-04B9-3E92-84D3619E45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73" y="5955096"/>
            <a:ext cx="602270" cy="127289"/>
          </a:xfrm>
          <a:prstGeom prst="rect">
            <a:avLst/>
          </a:prstGeom>
        </p:spPr>
      </p:pic>
      <p:pic>
        <p:nvPicPr>
          <p:cNvPr id="486" name="Picture 72" descr="ToR1.png">
            <a:extLst>
              <a:ext uri="{FF2B5EF4-FFF2-40B4-BE49-F238E27FC236}">
                <a16:creationId xmlns:a16="http://schemas.microsoft.com/office/drawing/2014/main" id="{0C138165-C44A-25AD-FA93-37A0EEE684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3226" y="5955096"/>
            <a:ext cx="602270" cy="127289"/>
          </a:xfrm>
          <a:prstGeom prst="rect">
            <a:avLst/>
          </a:prstGeom>
        </p:spPr>
      </p:pic>
      <p:cxnSp>
        <p:nvCxnSpPr>
          <p:cNvPr id="493" name="Straight Connector 58">
            <a:extLst>
              <a:ext uri="{FF2B5EF4-FFF2-40B4-BE49-F238E27FC236}">
                <a16:creationId xmlns:a16="http://schemas.microsoft.com/office/drawing/2014/main" id="{3C5062AE-D149-2D79-633C-B2495A950996}"/>
              </a:ext>
            </a:extLst>
          </p:cNvPr>
          <p:cNvCxnSpPr/>
          <p:nvPr/>
        </p:nvCxnSpPr>
        <p:spPr>
          <a:xfrm>
            <a:off x="3164981" y="5991482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4" name="Straight Connector 58">
            <a:extLst>
              <a:ext uri="{FF2B5EF4-FFF2-40B4-BE49-F238E27FC236}">
                <a16:creationId xmlns:a16="http://schemas.microsoft.com/office/drawing/2014/main" id="{860615C7-908C-99B0-CE88-FDEECD75562D}"/>
              </a:ext>
            </a:extLst>
          </p:cNvPr>
          <p:cNvCxnSpPr/>
          <p:nvPr/>
        </p:nvCxnSpPr>
        <p:spPr>
          <a:xfrm>
            <a:off x="3235799" y="60187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5" name="Straight Connector 58">
            <a:extLst>
              <a:ext uri="{FF2B5EF4-FFF2-40B4-BE49-F238E27FC236}">
                <a16:creationId xmlns:a16="http://schemas.microsoft.com/office/drawing/2014/main" id="{5B8D019C-320E-0110-6A12-39598E41AA99}"/>
              </a:ext>
            </a:extLst>
          </p:cNvPr>
          <p:cNvCxnSpPr/>
          <p:nvPr/>
        </p:nvCxnSpPr>
        <p:spPr>
          <a:xfrm>
            <a:off x="3159599" y="605411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496" name="Picture 72" descr="ToR1.png">
            <a:extLst>
              <a:ext uri="{FF2B5EF4-FFF2-40B4-BE49-F238E27FC236}">
                <a16:creationId xmlns:a16="http://schemas.microsoft.com/office/drawing/2014/main" id="{8B1E4BBC-367E-27A6-FF63-0C342C5A01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1702" y="5955096"/>
            <a:ext cx="602270" cy="127289"/>
          </a:xfrm>
          <a:prstGeom prst="rect">
            <a:avLst/>
          </a:prstGeom>
        </p:spPr>
      </p:pic>
      <p:pic>
        <p:nvPicPr>
          <p:cNvPr id="497" name="Picture 72" descr="ToR1.png">
            <a:extLst>
              <a:ext uri="{FF2B5EF4-FFF2-40B4-BE49-F238E27FC236}">
                <a16:creationId xmlns:a16="http://schemas.microsoft.com/office/drawing/2014/main" id="{C1C14685-B6FF-EF71-02EC-9298AAF635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055" y="5955096"/>
            <a:ext cx="602270" cy="127289"/>
          </a:xfrm>
          <a:prstGeom prst="rect">
            <a:avLst/>
          </a:prstGeom>
        </p:spPr>
      </p:pic>
      <p:cxnSp>
        <p:nvCxnSpPr>
          <p:cNvPr id="498" name="Straight Connector 58">
            <a:extLst>
              <a:ext uri="{FF2B5EF4-FFF2-40B4-BE49-F238E27FC236}">
                <a16:creationId xmlns:a16="http://schemas.microsoft.com/office/drawing/2014/main" id="{4BFBB537-66D7-BF3E-F2C4-3657D394BFAC}"/>
              </a:ext>
            </a:extLst>
          </p:cNvPr>
          <p:cNvCxnSpPr>
            <a:cxnSpLocks/>
          </p:cNvCxnSpPr>
          <p:nvPr/>
        </p:nvCxnSpPr>
        <p:spPr>
          <a:xfrm flipH="1" flipV="1">
            <a:off x="2004867" y="5453148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1" name="Straight Connector 58">
            <a:extLst>
              <a:ext uri="{FF2B5EF4-FFF2-40B4-BE49-F238E27FC236}">
                <a16:creationId xmlns:a16="http://schemas.microsoft.com/office/drawing/2014/main" id="{F9233117-345B-F519-6B19-75C76535998B}"/>
              </a:ext>
            </a:extLst>
          </p:cNvPr>
          <p:cNvCxnSpPr>
            <a:cxnSpLocks/>
          </p:cNvCxnSpPr>
          <p:nvPr/>
        </p:nvCxnSpPr>
        <p:spPr>
          <a:xfrm flipH="1" flipV="1">
            <a:off x="2753608" y="5455168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33" name="Picture 69" descr="Cortina8Front.png">
            <a:extLst>
              <a:ext uri="{FF2B5EF4-FFF2-40B4-BE49-F238E27FC236}">
                <a16:creationId xmlns:a16="http://schemas.microsoft.com/office/drawing/2014/main" id="{43785936-6245-1339-C220-6E9CBAFF0D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6491" y="4911106"/>
            <a:ext cx="548854" cy="571496"/>
          </a:xfrm>
          <a:prstGeom prst="rect">
            <a:avLst/>
          </a:prstGeom>
        </p:spPr>
      </p:pic>
      <p:pic>
        <p:nvPicPr>
          <p:cNvPr id="40" name="Picture 69" descr="Cortina8Front.png">
            <a:extLst>
              <a:ext uri="{FF2B5EF4-FFF2-40B4-BE49-F238E27FC236}">
                <a16:creationId xmlns:a16="http://schemas.microsoft.com/office/drawing/2014/main" id="{8100FF9F-830B-95C6-A7F1-8CE7B4EC78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7211" y="4911106"/>
            <a:ext cx="548854" cy="571496"/>
          </a:xfrm>
          <a:prstGeom prst="rect">
            <a:avLst/>
          </a:prstGeom>
        </p:spPr>
      </p:pic>
      <p:sp>
        <p:nvSpPr>
          <p:cNvPr id="504" name="TextBox 127">
            <a:extLst>
              <a:ext uri="{FF2B5EF4-FFF2-40B4-BE49-F238E27FC236}">
                <a16:creationId xmlns:a16="http://schemas.microsoft.com/office/drawing/2014/main" id="{618ED007-46F1-6803-7C0D-7F583A5458EF}"/>
              </a:ext>
            </a:extLst>
          </p:cNvPr>
          <p:cNvSpPr txBox="1"/>
          <p:nvPr/>
        </p:nvSpPr>
        <p:spPr>
          <a:xfrm>
            <a:off x="2930398" y="5093675"/>
            <a:ext cx="1621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非核心应用分区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5" name="TextBox 214">
            <a:extLst>
              <a:ext uri="{FF2B5EF4-FFF2-40B4-BE49-F238E27FC236}">
                <a16:creationId xmlns:a16="http://schemas.microsoft.com/office/drawing/2014/main" id="{38A4E2C4-077E-FC37-2070-12AA7B1A38CD}"/>
              </a:ext>
            </a:extLst>
          </p:cNvPr>
          <p:cNvSpPr txBox="1"/>
          <p:nvPr/>
        </p:nvSpPr>
        <p:spPr>
          <a:xfrm>
            <a:off x="2977055" y="61199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6" name="TextBox 214">
            <a:extLst>
              <a:ext uri="{FF2B5EF4-FFF2-40B4-BE49-F238E27FC236}">
                <a16:creationId xmlns:a16="http://schemas.microsoft.com/office/drawing/2014/main" id="{923B33AA-32C8-4674-69C0-C6725F5951E9}"/>
              </a:ext>
            </a:extLst>
          </p:cNvPr>
          <p:cNvSpPr txBox="1"/>
          <p:nvPr/>
        </p:nvSpPr>
        <p:spPr>
          <a:xfrm>
            <a:off x="5341788" y="6134755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7" name="Straight Connector 58">
            <a:extLst>
              <a:ext uri="{FF2B5EF4-FFF2-40B4-BE49-F238E27FC236}">
                <a16:creationId xmlns:a16="http://schemas.microsoft.com/office/drawing/2014/main" id="{A1820FFD-9887-F94E-BDBE-FCF9E5CE1AFC}"/>
              </a:ext>
            </a:extLst>
          </p:cNvPr>
          <p:cNvCxnSpPr/>
          <p:nvPr/>
        </p:nvCxnSpPr>
        <p:spPr>
          <a:xfrm flipV="1">
            <a:off x="5323203" y="5267117"/>
            <a:ext cx="567502" cy="7703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8" name="Straight Connector 58">
            <a:extLst>
              <a:ext uri="{FF2B5EF4-FFF2-40B4-BE49-F238E27FC236}">
                <a16:creationId xmlns:a16="http://schemas.microsoft.com/office/drawing/2014/main" id="{069983E3-1C25-14E4-27D6-2A788BE216ED}"/>
              </a:ext>
            </a:extLst>
          </p:cNvPr>
          <p:cNvCxnSpPr>
            <a:cxnSpLocks/>
            <a:stCxn id="77" idx="0"/>
          </p:cNvCxnSpPr>
          <p:nvPr/>
        </p:nvCxnSpPr>
        <p:spPr>
          <a:xfrm flipV="1">
            <a:off x="6083215" y="5476360"/>
            <a:ext cx="301135" cy="49356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9" name="Straight Connector 58">
            <a:extLst>
              <a:ext uri="{FF2B5EF4-FFF2-40B4-BE49-F238E27FC236}">
                <a16:creationId xmlns:a16="http://schemas.microsoft.com/office/drawing/2014/main" id="{45EA469C-5369-6626-31A3-9F40BECF0BA6}"/>
              </a:ext>
            </a:extLst>
          </p:cNvPr>
          <p:cNvCxnSpPr/>
          <p:nvPr/>
        </p:nvCxnSpPr>
        <p:spPr>
          <a:xfrm>
            <a:off x="5890702" y="506240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10" name="Straight Connector 58">
            <a:extLst>
              <a:ext uri="{FF2B5EF4-FFF2-40B4-BE49-F238E27FC236}">
                <a16:creationId xmlns:a16="http://schemas.microsoft.com/office/drawing/2014/main" id="{58930928-4346-92DD-FEB7-6164F852405E}"/>
              </a:ext>
            </a:extLst>
          </p:cNvPr>
          <p:cNvCxnSpPr/>
          <p:nvPr/>
        </p:nvCxnSpPr>
        <p:spPr>
          <a:xfrm>
            <a:off x="5890702" y="51306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511" name="TextBox 212">
            <a:extLst>
              <a:ext uri="{FF2B5EF4-FFF2-40B4-BE49-F238E27FC236}">
                <a16:creationId xmlns:a16="http://schemas.microsoft.com/office/drawing/2014/main" id="{79A64D5B-87B0-1AE7-36F6-A1123245C2F7}"/>
              </a:ext>
            </a:extLst>
          </p:cNvPr>
          <p:cNvSpPr txBox="1"/>
          <p:nvPr/>
        </p:nvSpPr>
        <p:spPr>
          <a:xfrm>
            <a:off x="4961226" y="4929742"/>
            <a:ext cx="644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汇聚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Connector 58">
            <a:extLst>
              <a:ext uri="{FF2B5EF4-FFF2-40B4-BE49-F238E27FC236}">
                <a16:creationId xmlns:a16="http://schemas.microsoft.com/office/drawing/2014/main" id="{820BC3C9-37D4-DE0F-40A8-28A436A65811}"/>
              </a:ext>
            </a:extLst>
          </p:cNvPr>
          <p:cNvCxnSpPr/>
          <p:nvPr/>
        </p:nvCxnSpPr>
        <p:spPr>
          <a:xfrm>
            <a:off x="5923832" y="519744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68" name="Straight Connector 58">
            <a:extLst>
              <a:ext uri="{FF2B5EF4-FFF2-40B4-BE49-F238E27FC236}">
                <a16:creationId xmlns:a16="http://schemas.microsoft.com/office/drawing/2014/main" id="{BC30E7A3-FDA5-43F9-DB5E-D5D2F3A0FBF9}"/>
              </a:ext>
            </a:extLst>
          </p:cNvPr>
          <p:cNvCxnSpPr/>
          <p:nvPr/>
        </p:nvCxnSpPr>
        <p:spPr>
          <a:xfrm>
            <a:off x="5460006" y="6006306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0" name="Straight Connector 58">
            <a:extLst>
              <a:ext uri="{FF2B5EF4-FFF2-40B4-BE49-F238E27FC236}">
                <a16:creationId xmlns:a16="http://schemas.microsoft.com/office/drawing/2014/main" id="{C9910895-A4C8-4A1D-F1B5-3EC86C40F143}"/>
              </a:ext>
            </a:extLst>
          </p:cNvPr>
          <p:cNvCxnSpPr/>
          <p:nvPr/>
        </p:nvCxnSpPr>
        <p:spPr>
          <a:xfrm>
            <a:off x="5530824" y="603356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1" name="Straight Connector 58">
            <a:extLst>
              <a:ext uri="{FF2B5EF4-FFF2-40B4-BE49-F238E27FC236}">
                <a16:creationId xmlns:a16="http://schemas.microsoft.com/office/drawing/2014/main" id="{55AD022A-3572-AFF4-8E59-1DAB4E312540}"/>
              </a:ext>
            </a:extLst>
          </p:cNvPr>
          <p:cNvCxnSpPr/>
          <p:nvPr/>
        </p:nvCxnSpPr>
        <p:spPr>
          <a:xfrm>
            <a:off x="5454624" y="606893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73" name="Picture 72" descr="ToR1.png">
            <a:extLst>
              <a:ext uri="{FF2B5EF4-FFF2-40B4-BE49-F238E27FC236}">
                <a16:creationId xmlns:a16="http://schemas.microsoft.com/office/drawing/2014/main" id="{21E94A82-304F-2CB1-75EE-632E13B789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6727" y="5969920"/>
            <a:ext cx="602270" cy="127289"/>
          </a:xfrm>
          <a:prstGeom prst="rect">
            <a:avLst/>
          </a:prstGeom>
        </p:spPr>
      </p:pic>
      <p:pic>
        <p:nvPicPr>
          <p:cNvPr id="77" name="Picture 72" descr="ToR1.png">
            <a:extLst>
              <a:ext uri="{FF2B5EF4-FFF2-40B4-BE49-F238E27FC236}">
                <a16:creationId xmlns:a16="http://schemas.microsoft.com/office/drawing/2014/main" id="{D0188540-5A3C-CBA7-336A-2EB56313AD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080" y="5969920"/>
            <a:ext cx="602270" cy="127289"/>
          </a:xfrm>
          <a:prstGeom prst="rect">
            <a:avLst/>
          </a:prstGeom>
        </p:spPr>
      </p:pic>
      <p:cxnSp>
        <p:nvCxnSpPr>
          <p:cNvPr id="78" name="Straight Connector 58">
            <a:extLst>
              <a:ext uri="{FF2B5EF4-FFF2-40B4-BE49-F238E27FC236}">
                <a16:creationId xmlns:a16="http://schemas.microsoft.com/office/drawing/2014/main" id="{5EEB5225-A156-5F8F-D1B2-6BE096ACA9F8}"/>
              </a:ext>
            </a:extLst>
          </p:cNvPr>
          <p:cNvCxnSpPr/>
          <p:nvPr/>
        </p:nvCxnSpPr>
        <p:spPr>
          <a:xfrm>
            <a:off x="7063835" y="6006306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9" name="Straight Connector 58">
            <a:extLst>
              <a:ext uri="{FF2B5EF4-FFF2-40B4-BE49-F238E27FC236}">
                <a16:creationId xmlns:a16="http://schemas.microsoft.com/office/drawing/2014/main" id="{249E8CBC-A810-7CDE-159E-18F4E869D832}"/>
              </a:ext>
            </a:extLst>
          </p:cNvPr>
          <p:cNvCxnSpPr/>
          <p:nvPr/>
        </p:nvCxnSpPr>
        <p:spPr>
          <a:xfrm>
            <a:off x="7134653" y="603356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2" name="Straight Connector 58">
            <a:extLst>
              <a:ext uri="{FF2B5EF4-FFF2-40B4-BE49-F238E27FC236}">
                <a16:creationId xmlns:a16="http://schemas.microsoft.com/office/drawing/2014/main" id="{249D0FE1-AB9A-B957-1A86-47E4F2FA6441}"/>
              </a:ext>
            </a:extLst>
          </p:cNvPr>
          <p:cNvCxnSpPr/>
          <p:nvPr/>
        </p:nvCxnSpPr>
        <p:spPr>
          <a:xfrm>
            <a:off x="7058453" y="606893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83" name="Picture 72" descr="ToR1.png">
            <a:extLst>
              <a:ext uri="{FF2B5EF4-FFF2-40B4-BE49-F238E27FC236}">
                <a16:creationId xmlns:a16="http://schemas.microsoft.com/office/drawing/2014/main" id="{FBC05B68-8905-9B3C-C81B-75E5ED2009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556" y="5969920"/>
            <a:ext cx="602270" cy="127289"/>
          </a:xfrm>
          <a:prstGeom prst="rect">
            <a:avLst/>
          </a:prstGeom>
        </p:spPr>
      </p:pic>
      <p:pic>
        <p:nvPicPr>
          <p:cNvPr id="85" name="Picture 72" descr="ToR1.png">
            <a:extLst>
              <a:ext uri="{FF2B5EF4-FFF2-40B4-BE49-F238E27FC236}">
                <a16:creationId xmlns:a16="http://schemas.microsoft.com/office/drawing/2014/main" id="{79F496C8-BE4F-A526-89E4-4DACB19992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5909" y="5969920"/>
            <a:ext cx="602270" cy="127289"/>
          </a:xfrm>
          <a:prstGeom prst="rect">
            <a:avLst/>
          </a:prstGeom>
        </p:spPr>
      </p:pic>
      <p:cxnSp>
        <p:nvCxnSpPr>
          <p:cNvPr id="86" name="Straight Connector 58">
            <a:extLst>
              <a:ext uri="{FF2B5EF4-FFF2-40B4-BE49-F238E27FC236}">
                <a16:creationId xmlns:a16="http://schemas.microsoft.com/office/drawing/2014/main" id="{B33640D1-81E2-7252-2A46-B260D277FDED}"/>
              </a:ext>
            </a:extLst>
          </p:cNvPr>
          <p:cNvCxnSpPr>
            <a:cxnSpLocks/>
          </p:cNvCxnSpPr>
          <p:nvPr/>
        </p:nvCxnSpPr>
        <p:spPr>
          <a:xfrm flipH="1" flipV="1">
            <a:off x="5903721" y="5467972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Connector 58">
            <a:extLst>
              <a:ext uri="{FF2B5EF4-FFF2-40B4-BE49-F238E27FC236}">
                <a16:creationId xmlns:a16="http://schemas.microsoft.com/office/drawing/2014/main" id="{3AE7DE6D-297F-0D3A-A0BC-B3B7FBDE530C}"/>
              </a:ext>
            </a:extLst>
          </p:cNvPr>
          <p:cNvCxnSpPr>
            <a:cxnSpLocks/>
          </p:cNvCxnSpPr>
          <p:nvPr/>
        </p:nvCxnSpPr>
        <p:spPr>
          <a:xfrm flipH="1" flipV="1">
            <a:off x="6652462" y="5469992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88" name="Picture 69" descr="Cortina8Front.png">
            <a:extLst>
              <a:ext uri="{FF2B5EF4-FFF2-40B4-BE49-F238E27FC236}">
                <a16:creationId xmlns:a16="http://schemas.microsoft.com/office/drawing/2014/main" id="{FB833785-85DB-2B14-66A0-B4B1B12422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345" y="4925930"/>
            <a:ext cx="548854" cy="571496"/>
          </a:xfrm>
          <a:prstGeom prst="rect">
            <a:avLst/>
          </a:prstGeom>
        </p:spPr>
      </p:pic>
      <p:pic>
        <p:nvPicPr>
          <p:cNvPr id="89" name="Picture 69" descr="Cortina8Front.png">
            <a:extLst>
              <a:ext uri="{FF2B5EF4-FFF2-40B4-BE49-F238E27FC236}">
                <a16:creationId xmlns:a16="http://schemas.microsoft.com/office/drawing/2014/main" id="{4EC46315-923D-9DFE-1041-D86E3FA050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6065" y="4925930"/>
            <a:ext cx="548854" cy="571496"/>
          </a:xfrm>
          <a:prstGeom prst="rect">
            <a:avLst/>
          </a:prstGeom>
        </p:spPr>
      </p:pic>
      <p:sp>
        <p:nvSpPr>
          <p:cNvPr id="90" name="TextBox 214">
            <a:extLst>
              <a:ext uri="{FF2B5EF4-FFF2-40B4-BE49-F238E27FC236}">
                <a16:creationId xmlns:a16="http://schemas.microsoft.com/office/drawing/2014/main" id="{EE0CA237-D888-DFA3-06B4-CDF86907F94C}"/>
              </a:ext>
            </a:extLst>
          </p:cNvPr>
          <p:cNvSpPr txBox="1"/>
          <p:nvPr/>
        </p:nvSpPr>
        <p:spPr>
          <a:xfrm>
            <a:off x="7125664" y="61047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20" name="Picture 37">
            <a:extLst>
              <a:ext uri="{FF2B5EF4-FFF2-40B4-BE49-F238E27FC236}">
                <a16:creationId xmlns:a16="http://schemas.microsoft.com/office/drawing/2014/main" id="{55E5FC87-E60F-D41E-12C0-4B1D8F045172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368" y="161430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" name="Picture 37">
            <a:extLst>
              <a:ext uri="{FF2B5EF4-FFF2-40B4-BE49-F238E27FC236}">
                <a16:creationId xmlns:a16="http://schemas.microsoft.com/office/drawing/2014/main" id="{1AA1EF01-37FB-AC8A-5A9B-FB54A80F68C9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163" y="161365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椭圆 95">
            <a:extLst>
              <a:ext uri="{FF2B5EF4-FFF2-40B4-BE49-F238E27FC236}">
                <a16:creationId xmlns:a16="http://schemas.microsoft.com/office/drawing/2014/main" id="{B1DC9CF5-F5DF-175F-6ABF-30DD54349276}"/>
              </a:ext>
            </a:extLst>
          </p:cNvPr>
          <p:cNvSpPr/>
          <p:nvPr/>
        </p:nvSpPr>
        <p:spPr>
          <a:xfrm>
            <a:off x="1442934" y="5783665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B3868CE7-CFA1-68B5-A677-8E130F0898C7}"/>
              </a:ext>
            </a:extLst>
          </p:cNvPr>
          <p:cNvSpPr/>
          <p:nvPr/>
        </p:nvSpPr>
        <p:spPr>
          <a:xfrm>
            <a:off x="2526044" y="5777533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2B7AAE0F-DDBE-A52B-9FE6-ACB8185E3F79}"/>
              </a:ext>
            </a:extLst>
          </p:cNvPr>
          <p:cNvSpPr/>
          <p:nvPr/>
        </p:nvSpPr>
        <p:spPr>
          <a:xfrm>
            <a:off x="5331028" y="5822434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A017C1CD-C86A-ABF2-7507-742630C91A39}"/>
              </a:ext>
            </a:extLst>
          </p:cNvPr>
          <p:cNvSpPr/>
          <p:nvPr/>
        </p:nvSpPr>
        <p:spPr>
          <a:xfrm>
            <a:off x="6414138" y="5816302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AD11DABB-4936-750F-C674-DFD6C15CE265}"/>
              </a:ext>
            </a:extLst>
          </p:cNvPr>
          <p:cNvSpPr/>
          <p:nvPr/>
        </p:nvSpPr>
        <p:spPr>
          <a:xfrm>
            <a:off x="6888970" y="1347948"/>
            <a:ext cx="503990" cy="5404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5F6FA81B-4700-B523-B12F-3D7675540D6D}"/>
              </a:ext>
            </a:extLst>
          </p:cNvPr>
          <p:cNvSpPr/>
          <p:nvPr/>
        </p:nvSpPr>
        <p:spPr>
          <a:xfrm>
            <a:off x="7558243" y="1351444"/>
            <a:ext cx="503990" cy="5404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TextBox 214">
            <a:extLst>
              <a:ext uri="{FF2B5EF4-FFF2-40B4-BE49-F238E27FC236}">
                <a16:creationId xmlns:a16="http://schemas.microsoft.com/office/drawing/2014/main" id="{9F1D2937-73E3-94AF-0AC9-C5A42FEA9875}"/>
              </a:ext>
            </a:extLst>
          </p:cNvPr>
          <p:cNvSpPr txBox="1"/>
          <p:nvPr/>
        </p:nvSpPr>
        <p:spPr>
          <a:xfrm>
            <a:off x="8134663" y="1064658"/>
            <a:ext cx="967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98">
            <a:extLst>
              <a:ext uri="{FF2B5EF4-FFF2-40B4-BE49-F238E27FC236}">
                <a16:creationId xmlns:a16="http://schemas.microsoft.com/office/drawing/2014/main" id="{9F25C284-357D-956E-8E12-985069619F03}"/>
              </a:ext>
            </a:extLst>
          </p:cNvPr>
          <p:cNvSpPr txBox="1"/>
          <p:nvPr/>
        </p:nvSpPr>
        <p:spPr>
          <a:xfrm>
            <a:off x="9451592" y="4658313"/>
            <a:ext cx="58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DMZ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FC46A2E1-CFB7-1FBA-91D5-47713C862FF8}"/>
              </a:ext>
            </a:extLst>
          </p:cNvPr>
          <p:cNvSpPr txBox="1"/>
          <p:nvPr/>
        </p:nvSpPr>
        <p:spPr>
          <a:xfrm>
            <a:off x="10648743" y="4653047"/>
            <a:ext cx="58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DMZ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DDD85E-D95A-1F3D-B44F-C482DC0E9FF5}"/>
              </a:ext>
            </a:extLst>
          </p:cNvPr>
          <p:cNvGrpSpPr/>
          <p:nvPr/>
        </p:nvGrpSpPr>
        <p:grpSpPr>
          <a:xfrm>
            <a:off x="8952229" y="4737391"/>
            <a:ext cx="553786" cy="119720"/>
            <a:chOff x="8952229" y="4737391"/>
            <a:chExt cx="553786" cy="119720"/>
          </a:xfrm>
        </p:grpSpPr>
        <p:pic>
          <p:nvPicPr>
            <p:cNvPr id="4" name="Picture 72" descr="ToR1.png">
              <a:extLst>
                <a:ext uri="{FF2B5EF4-FFF2-40B4-BE49-F238E27FC236}">
                  <a16:creationId xmlns:a16="http://schemas.microsoft.com/office/drawing/2014/main" id="{2BF26D13-6A68-0613-1080-95731C391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2229" y="4737391"/>
              <a:ext cx="251643" cy="115737"/>
            </a:xfrm>
            <a:prstGeom prst="rect">
              <a:avLst/>
            </a:prstGeom>
          </p:spPr>
        </p:pic>
        <p:pic>
          <p:nvPicPr>
            <p:cNvPr id="6" name="Picture 72" descr="ToR1.png">
              <a:extLst>
                <a:ext uri="{FF2B5EF4-FFF2-40B4-BE49-F238E27FC236}">
                  <a16:creationId xmlns:a16="http://schemas.microsoft.com/office/drawing/2014/main" id="{FED624A2-AB25-153B-479E-3DFD68F67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53720" y="4741374"/>
              <a:ext cx="251643" cy="115737"/>
            </a:xfrm>
            <a:prstGeom prst="rect">
              <a:avLst/>
            </a:prstGeom>
          </p:spPr>
        </p:pic>
        <p:cxnSp>
          <p:nvCxnSpPr>
            <p:cNvPr id="7" name="Straight Connector 58">
              <a:extLst>
                <a:ext uri="{FF2B5EF4-FFF2-40B4-BE49-F238E27FC236}">
                  <a16:creationId xmlns:a16="http://schemas.microsoft.com/office/drawing/2014/main" id="{C330DCD5-0BB0-49E1-1C99-05CCFF972D67}"/>
                </a:ext>
              </a:extLst>
            </p:cNvPr>
            <p:cNvCxnSpPr/>
            <p:nvPr/>
          </p:nvCxnSpPr>
          <p:spPr>
            <a:xfrm>
              <a:off x="9019584" y="4775413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" name="Straight Connector 58">
              <a:extLst>
                <a:ext uri="{FF2B5EF4-FFF2-40B4-BE49-F238E27FC236}">
                  <a16:creationId xmlns:a16="http://schemas.microsoft.com/office/drawing/2014/main" id="{E6B44F12-BB06-1253-B69C-75DDDC61AA68}"/>
                </a:ext>
              </a:extLst>
            </p:cNvPr>
            <p:cNvCxnSpPr/>
            <p:nvPr/>
          </p:nvCxnSpPr>
          <p:spPr>
            <a:xfrm>
              <a:off x="8980811" y="4799496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" name="Straight Connector 58">
              <a:extLst>
                <a:ext uri="{FF2B5EF4-FFF2-40B4-BE49-F238E27FC236}">
                  <a16:creationId xmlns:a16="http://schemas.microsoft.com/office/drawing/2014/main" id="{95A8C75A-6FFC-6EE2-1B4D-7A206759E1AE}"/>
                </a:ext>
              </a:extLst>
            </p:cNvPr>
            <p:cNvCxnSpPr/>
            <p:nvPr/>
          </p:nvCxnSpPr>
          <p:spPr>
            <a:xfrm>
              <a:off x="8973939" y="4835207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D3F49A6-5590-550A-A315-8FB53B2C03A3}"/>
              </a:ext>
            </a:extLst>
          </p:cNvPr>
          <p:cNvGrpSpPr/>
          <p:nvPr/>
        </p:nvGrpSpPr>
        <p:grpSpPr>
          <a:xfrm>
            <a:off x="10148827" y="4730917"/>
            <a:ext cx="553786" cy="119720"/>
            <a:chOff x="8952229" y="4737391"/>
            <a:chExt cx="553786" cy="119720"/>
          </a:xfrm>
        </p:grpSpPr>
        <p:pic>
          <p:nvPicPr>
            <p:cNvPr id="23" name="Picture 72" descr="ToR1.png">
              <a:extLst>
                <a:ext uri="{FF2B5EF4-FFF2-40B4-BE49-F238E27FC236}">
                  <a16:creationId xmlns:a16="http://schemas.microsoft.com/office/drawing/2014/main" id="{A1185DEA-9295-0B6C-7B84-E6095FF3A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2229" y="4737391"/>
              <a:ext cx="251643" cy="115737"/>
            </a:xfrm>
            <a:prstGeom prst="rect">
              <a:avLst/>
            </a:prstGeom>
          </p:spPr>
        </p:pic>
        <p:pic>
          <p:nvPicPr>
            <p:cNvPr id="26" name="Picture 72" descr="ToR1.png">
              <a:extLst>
                <a:ext uri="{FF2B5EF4-FFF2-40B4-BE49-F238E27FC236}">
                  <a16:creationId xmlns:a16="http://schemas.microsoft.com/office/drawing/2014/main" id="{3CBE59C8-4C1D-2974-E445-0615F48B6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53720" y="4741374"/>
              <a:ext cx="251643" cy="115737"/>
            </a:xfrm>
            <a:prstGeom prst="rect">
              <a:avLst/>
            </a:prstGeom>
          </p:spPr>
        </p:pic>
        <p:cxnSp>
          <p:nvCxnSpPr>
            <p:cNvPr id="28" name="Straight Connector 58">
              <a:extLst>
                <a:ext uri="{FF2B5EF4-FFF2-40B4-BE49-F238E27FC236}">
                  <a16:creationId xmlns:a16="http://schemas.microsoft.com/office/drawing/2014/main" id="{CBC2DECD-E755-FAE4-448F-58227C69F1F7}"/>
                </a:ext>
              </a:extLst>
            </p:cNvPr>
            <p:cNvCxnSpPr/>
            <p:nvPr/>
          </p:nvCxnSpPr>
          <p:spPr>
            <a:xfrm>
              <a:off x="9019584" y="4775413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6" name="Straight Connector 58">
              <a:extLst>
                <a:ext uri="{FF2B5EF4-FFF2-40B4-BE49-F238E27FC236}">
                  <a16:creationId xmlns:a16="http://schemas.microsoft.com/office/drawing/2014/main" id="{2B3D476C-A7F3-EFA4-B71C-906775B25EDA}"/>
                </a:ext>
              </a:extLst>
            </p:cNvPr>
            <p:cNvCxnSpPr/>
            <p:nvPr/>
          </p:nvCxnSpPr>
          <p:spPr>
            <a:xfrm>
              <a:off x="8980811" y="4799496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7" name="Straight Connector 58">
              <a:extLst>
                <a:ext uri="{FF2B5EF4-FFF2-40B4-BE49-F238E27FC236}">
                  <a16:creationId xmlns:a16="http://schemas.microsoft.com/office/drawing/2014/main" id="{D3A313A6-3036-2ABC-7A22-DF27FB082A46}"/>
                </a:ext>
              </a:extLst>
            </p:cNvPr>
            <p:cNvCxnSpPr/>
            <p:nvPr/>
          </p:nvCxnSpPr>
          <p:spPr>
            <a:xfrm>
              <a:off x="8973939" y="4835207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cxnSp>
        <p:nvCxnSpPr>
          <p:cNvPr id="5" name="Straight Connector 53">
            <a:extLst>
              <a:ext uri="{FF2B5EF4-FFF2-40B4-BE49-F238E27FC236}">
                <a16:creationId xmlns:a16="http://schemas.microsoft.com/office/drawing/2014/main" id="{43FB0537-72F0-5266-85D3-011714766779}"/>
              </a:ext>
            </a:extLst>
          </p:cNvPr>
          <p:cNvCxnSpPr/>
          <p:nvPr/>
        </p:nvCxnSpPr>
        <p:spPr>
          <a:xfrm>
            <a:off x="2287617" y="1772633"/>
            <a:ext cx="29489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10" name="Picture 37">
            <a:extLst>
              <a:ext uri="{FF2B5EF4-FFF2-40B4-BE49-F238E27FC236}">
                <a16:creationId xmlns:a16="http://schemas.microsoft.com/office/drawing/2014/main" id="{D6A129A9-B067-BF67-47EB-CD3266610043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133" y="161430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7">
            <a:extLst>
              <a:ext uri="{FF2B5EF4-FFF2-40B4-BE49-F238E27FC236}">
                <a16:creationId xmlns:a16="http://schemas.microsoft.com/office/drawing/2014/main" id="{034780CA-6D1C-539F-DEAB-CDA2F9722657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28" y="161365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24">
            <a:extLst>
              <a:ext uri="{FF2B5EF4-FFF2-40B4-BE49-F238E27FC236}">
                <a16:creationId xmlns:a16="http://schemas.microsoft.com/office/drawing/2014/main" id="{EAE77B2D-E7B5-9C65-8CFD-C0498CD91AD4}"/>
              </a:ext>
            </a:extLst>
          </p:cNvPr>
          <p:cNvSpPr txBox="1"/>
          <p:nvPr/>
        </p:nvSpPr>
        <p:spPr>
          <a:xfrm>
            <a:off x="1964522" y="2011099"/>
            <a:ext cx="811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DCI</a:t>
            </a:r>
            <a:r>
              <a:rPr lang="zh-CN" altLang="en-US" sz="1000" dirty="0">
                <a:solidFill>
                  <a:srgbClr val="000000"/>
                </a:solidFill>
                <a:latin typeface="Arial"/>
              </a:rPr>
              <a:t>互联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790BA5C9-A154-6640-6836-5A3EF782DDA5}"/>
              </a:ext>
            </a:extLst>
          </p:cNvPr>
          <p:cNvCxnSpPr>
            <a:cxnSpLocks/>
            <a:stCxn id="208" idx="0"/>
            <a:endCxn id="10" idx="2"/>
          </p:cNvCxnSpPr>
          <p:nvPr/>
        </p:nvCxnSpPr>
        <p:spPr>
          <a:xfrm flipH="1" flipV="1">
            <a:off x="2177733" y="1988325"/>
            <a:ext cx="2674128" cy="1290941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182BCF29-8127-93D2-D771-C982056F50FF}"/>
              </a:ext>
            </a:extLst>
          </p:cNvPr>
          <p:cNvCxnSpPr>
            <a:cxnSpLocks/>
            <a:stCxn id="209" idx="0"/>
            <a:endCxn id="11" idx="2"/>
          </p:cNvCxnSpPr>
          <p:nvPr/>
        </p:nvCxnSpPr>
        <p:spPr>
          <a:xfrm flipH="1" flipV="1">
            <a:off x="2668528" y="1987675"/>
            <a:ext cx="3567513" cy="1291591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298195202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781E-BC07-76F7-A4DB-C4118B42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23">
            <a:extLst>
              <a:ext uri="{FF2B5EF4-FFF2-40B4-BE49-F238E27FC236}">
                <a16:creationId xmlns:a16="http://schemas.microsoft.com/office/drawing/2014/main" id="{677D042D-4987-9160-C650-57AFFEE3C7C7}"/>
              </a:ext>
            </a:extLst>
          </p:cNvPr>
          <p:cNvSpPr/>
          <p:nvPr/>
        </p:nvSpPr>
        <p:spPr>
          <a:xfrm>
            <a:off x="1062371" y="4458639"/>
            <a:ext cx="3174571" cy="194430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2" name="Title 1">
            <a:extLst>
              <a:ext uri="{FF2B5EF4-FFF2-40B4-BE49-F238E27FC236}">
                <a16:creationId xmlns:a16="http://schemas.microsoft.com/office/drawing/2014/main" id="{FF6C2751-5F1D-B9F9-1AAE-A7A7D0FE8A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20636" y="69289"/>
            <a:ext cx="7740421" cy="591908"/>
          </a:xfrm>
        </p:spPr>
        <p:txBody>
          <a:bodyPr/>
          <a:lstStyle/>
          <a:p>
            <a:r>
              <a:rPr lang="en-US" altLang="zh-CN" sz="3200" dirty="0"/>
              <a:t>OSPF Area</a:t>
            </a:r>
            <a:r>
              <a:rPr lang="zh-CN" altLang="en-US" sz="3200" dirty="0"/>
              <a:t>及静态路由区域示意</a:t>
            </a:r>
            <a:endParaRPr lang="en-US" sz="32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0E99F406-1356-0634-6AD8-0DB3627D4D10}"/>
              </a:ext>
            </a:extLst>
          </p:cNvPr>
          <p:cNvSpPr/>
          <p:nvPr/>
        </p:nvSpPr>
        <p:spPr>
          <a:xfrm>
            <a:off x="6723170" y="903983"/>
            <a:ext cx="2252341" cy="187240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83" name="Straight Connector 58">
            <a:extLst>
              <a:ext uri="{FF2B5EF4-FFF2-40B4-BE49-F238E27FC236}">
                <a16:creationId xmlns:a16="http://schemas.microsoft.com/office/drawing/2014/main" id="{DB0FEA74-D4A4-82A9-D395-6C3EED72335B}"/>
              </a:ext>
            </a:extLst>
          </p:cNvPr>
          <p:cNvCxnSpPr/>
          <p:nvPr/>
        </p:nvCxnSpPr>
        <p:spPr>
          <a:xfrm>
            <a:off x="7039125" y="1971757"/>
            <a:ext cx="9701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4" name="Straight Connector 58">
            <a:extLst>
              <a:ext uri="{FF2B5EF4-FFF2-40B4-BE49-F238E27FC236}">
                <a16:creationId xmlns:a16="http://schemas.microsoft.com/office/drawing/2014/main" id="{27247373-D106-9916-A567-6308B39165AE}"/>
              </a:ext>
            </a:extLst>
          </p:cNvPr>
          <p:cNvCxnSpPr/>
          <p:nvPr/>
        </p:nvCxnSpPr>
        <p:spPr>
          <a:xfrm>
            <a:off x="7060966" y="1876535"/>
            <a:ext cx="9701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5" name="Straight Connector 58">
            <a:extLst>
              <a:ext uri="{FF2B5EF4-FFF2-40B4-BE49-F238E27FC236}">
                <a16:creationId xmlns:a16="http://schemas.microsoft.com/office/drawing/2014/main" id="{B099544D-7522-402A-0FCC-EC79E03104D5}"/>
              </a:ext>
            </a:extLst>
          </p:cNvPr>
          <p:cNvCxnSpPr>
            <a:stCxn id="299" idx="0"/>
          </p:cNvCxnSpPr>
          <p:nvPr/>
        </p:nvCxnSpPr>
        <p:spPr>
          <a:xfrm flipH="1" flipV="1">
            <a:off x="7021766" y="1119902"/>
            <a:ext cx="41266" cy="65090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6" name="Straight Connector 58">
            <a:extLst>
              <a:ext uri="{FF2B5EF4-FFF2-40B4-BE49-F238E27FC236}">
                <a16:creationId xmlns:a16="http://schemas.microsoft.com/office/drawing/2014/main" id="{149A961E-AFD8-6CBB-7356-DFD0B4FAF322}"/>
              </a:ext>
            </a:extLst>
          </p:cNvPr>
          <p:cNvCxnSpPr>
            <a:endCxn id="302" idx="2"/>
          </p:cNvCxnSpPr>
          <p:nvPr/>
        </p:nvCxnSpPr>
        <p:spPr>
          <a:xfrm flipV="1">
            <a:off x="7147696" y="1240480"/>
            <a:ext cx="685715" cy="65770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7" name="Straight Connector 58">
            <a:extLst>
              <a:ext uri="{FF2B5EF4-FFF2-40B4-BE49-F238E27FC236}">
                <a16:creationId xmlns:a16="http://schemas.microsoft.com/office/drawing/2014/main" id="{159A0452-B5C4-E527-602D-07DE8E8B23CC}"/>
              </a:ext>
            </a:extLst>
          </p:cNvPr>
          <p:cNvCxnSpPr>
            <a:cxnSpLocks/>
          </p:cNvCxnSpPr>
          <p:nvPr/>
        </p:nvCxnSpPr>
        <p:spPr>
          <a:xfrm flipH="1" flipV="1">
            <a:off x="7062602" y="1126686"/>
            <a:ext cx="765760" cy="7924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8" name="Straight Connector 58">
            <a:extLst>
              <a:ext uri="{FF2B5EF4-FFF2-40B4-BE49-F238E27FC236}">
                <a16:creationId xmlns:a16="http://schemas.microsoft.com/office/drawing/2014/main" id="{CA182AEE-6396-F51B-6C90-1D6C720D7C35}"/>
              </a:ext>
            </a:extLst>
          </p:cNvPr>
          <p:cNvCxnSpPr/>
          <p:nvPr/>
        </p:nvCxnSpPr>
        <p:spPr>
          <a:xfrm flipH="1" flipV="1">
            <a:off x="7929771" y="1247682"/>
            <a:ext cx="79485" cy="68251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89" name="Straight Connector 53">
            <a:extLst>
              <a:ext uri="{FF2B5EF4-FFF2-40B4-BE49-F238E27FC236}">
                <a16:creationId xmlns:a16="http://schemas.microsoft.com/office/drawing/2014/main" id="{C921A5CA-A702-7E65-7348-06BB2AFB3358}"/>
              </a:ext>
            </a:extLst>
          </p:cNvPr>
          <p:cNvCxnSpPr>
            <a:endCxn id="291" idx="0"/>
          </p:cNvCxnSpPr>
          <p:nvPr/>
        </p:nvCxnSpPr>
        <p:spPr>
          <a:xfrm>
            <a:off x="7039123" y="2145177"/>
            <a:ext cx="88986" cy="36911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90" name="Straight Connector 53">
            <a:extLst>
              <a:ext uri="{FF2B5EF4-FFF2-40B4-BE49-F238E27FC236}">
                <a16:creationId xmlns:a16="http://schemas.microsoft.com/office/drawing/2014/main" id="{5A9D4EB0-1C42-78EF-9098-E5B572400B88}"/>
              </a:ext>
            </a:extLst>
          </p:cNvPr>
          <p:cNvCxnSpPr/>
          <p:nvPr/>
        </p:nvCxnSpPr>
        <p:spPr>
          <a:xfrm>
            <a:off x="7885276" y="2161163"/>
            <a:ext cx="88986" cy="36911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AD258500-A190-39DD-7842-72691D7AF6DA}"/>
              </a:ext>
            </a:extLst>
          </p:cNvPr>
          <p:cNvSpPr txBox="1"/>
          <p:nvPr/>
        </p:nvSpPr>
        <p:spPr>
          <a:xfrm>
            <a:off x="8107902" y="1945200"/>
            <a:ext cx="111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带外管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理分区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1" name="Picture 72" descr="ToR1.png">
            <a:extLst>
              <a:ext uri="{FF2B5EF4-FFF2-40B4-BE49-F238E27FC236}">
                <a16:creationId xmlns:a16="http://schemas.microsoft.com/office/drawing/2014/main" id="{80C84843-3BA6-595F-66E9-640972D2B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0932" y="1113191"/>
            <a:ext cx="602270" cy="127289"/>
          </a:xfrm>
          <a:prstGeom prst="rect">
            <a:avLst/>
          </a:prstGeom>
        </p:spPr>
      </p:pic>
      <p:pic>
        <p:nvPicPr>
          <p:cNvPr id="302" name="Picture 72" descr="ToR1.png">
            <a:extLst>
              <a:ext uri="{FF2B5EF4-FFF2-40B4-BE49-F238E27FC236}">
                <a16:creationId xmlns:a16="http://schemas.microsoft.com/office/drawing/2014/main" id="{BD6B66A7-18FA-6054-FA73-A9B3843FC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2274" y="1113191"/>
            <a:ext cx="602270" cy="127289"/>
          </a:xfrm>
          <a:prstGeom prst="rect">
            <a:avLst/>
          </a:prstGeom>
        </p:spPr>
      </p:pic>
      <p:pic>
        <p:nvPicPr>
          <p:cNvPr id="291" name="Picture 1053">
            <a:extLst>
              <a:ext uri="{FF2B5EF4-FFF2-40B4-BE49-F238E27FC236}">
                <a16:creationId xmlns:a16="http://schemas.microsoft.com/office/drawing/2014/main" id="{ADE20AA8-5A12-0415-15B4-EB1FA0144DD7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832" y="2514297"/>
            <a:ext cx="390556" cy="17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2" name="Picture 1053">
            <a:extLst>
              <a:ext uri="{FF2B5EF4-FFF2-40B4-BE49-F238E27FC236}">
                <a16:creationId xmlns:a16="http://schemas.microsoft.com/office/drawing/2014/main" id="{DE3478B0-4A52-23C6-917F-20E1A9DE1470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516" y="2531589"/>
            <a:ext cx="390556" cy="175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" name="Rectangle 245">
            <a:extLst>
              <a:ext uri="{FF2B5EF4-FFF2-40B4-BE49-F238E27FC236}">
                <a16:creationId xmlns:a16="http://schemas.microsoft.com/office/drawing/2014/main" id="{B95B5DBB-0E85-DD71-98EC-66BBC187B09C}"/>
              </a:ext>
            </a:extLst>
          </p:cNvPr>
          <p:cNvSpPr/>
          <p:nvPr/>
        </p:nvSpPr>
        <p:spPr>
          <a:xfrm>
            <a:off x="10046264" y="4412435"/>
            <a:ext cx="1044489" cy="171091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A4CF629-6972-2825-97B9-76D5296F8628}"/>
              </a:ext>
            </a:extLst>
          </p:cNvPr>
          <p:cNvSpPr/>
          <p:nvPr/>
        </p:nvSpPr>
        <p:spPr>
          <a:xfrm>
            <a:off x="8823250" y="4412437"/>
            <a:ext cx="1049383" cy="178117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85D34039-6C7E-7715-1065-01993E34403F}"/>
              </a:ext>
            </a:extLst>
          </p:cNvPr>
          <p:cNvSpPr/>
          <p:nvPr/>
        </p:nvSpPr>
        <p:spPr>
          <a:xfrm>
            <a:off x="3330453" y="3077139"/>
            <a:ext cx="4915459" cy="101080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47" name="Straight Connector 58">
            <a:extLst>
              <a:ext uri="{FF2B5EF4-FFF2-40B4-BE49-F238E27FC236}">
                <a16:creationId xmlns:a16="http://schemas.microsoft.com/office/drawing/2014/main" id="{7FF28264-DEEC-C7B1-74DA-66614D6453E1}"/>
              </a:ext>
            </a:extLst>
          </p:cNvPr>
          <p:cNvCxnSpPr>
            <a:cxnSpLocks/>
            <a:stCxn id="223" idx="0"/>
            <a:endCxn id="208" idx="2"/>
          </p:cNvCxnSpPr>
          <p:nvPr/>
        </p:nvCxnSpPr>
        <p:spPr>
          <a:xfrm flipH="1" flipV="1">
            <a:off x="4851861" y="3850762"/>
            <a:ext cx="4200671" cy="60788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08D66AE-CAA6-9555-B025-9AE93BC003C5}"/>
              </a:ext>
            </a:extLst>
          </p:cNvPr>
          <p:cNvSpPr/>
          <p:nvPr/>
        </p:nvSpPr>
        <p:spPr>
          <a:xfrm>
            <a:off x="1703540" y="983396"/>
            <a:ext cx="2599019" cy="137645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4C39999-4626-325B-EC2A-0CE2DEBD28F4}"/>
              </a:ext>
            </a:extLst>
          </p:cNvPr>
          <p:cNvSpPr/>
          <p:nvPr/>
        </p:nvSpPr>
        <p:spPr>
          <a:xfrm>
            <a:off x="4963653" y="4462752"/>
            <a:ext cx="3174571" cy="1944308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FBFB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9" name="Straight Connector 58">
            <a:extLst>
              <a:ext uri="{FF2B5EF4-FFF2-40B4-BE49-F238E27FC236}">
                <a16:creationId xmlns:a16="http://schemas.microsoft.com/office/drawing/2014/main" id="{7423B64D-C895-5693-8870-7F8D8C6CBF64}"/>
              </a:ext>
            </a:extLst>
          </p:cNvPr>
          <p:cNvCxnSpPr/>
          <p:nvPr/>
        </p:nvCxnSpPr>
        <p:spPr>
          <a:xfrm>
            <a:off x="4771577" y="3565014"/>
            <a:ext cx="1560626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163D8BB2-6A0A-D723-1BA8-1B815A9C5D73}"/>
              </a:ext>
            </a:extLst>
          </p:cNvPr>
          <p:cNvSpPr txBox="1"/>
          <p:nvPr/>
        </p:nvSpPr>
        <p:spPr>
          <a:xfrm>
            <a:off x="5155232" y="331911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1" name="Straight Connector 58">
            <a:extLst>
              <a:ext uri="{FF2B5EF4-FFF2-40B4-BE49-F238E27FC236}">
                <a16:creationId xmlns:a16="http://schemas.microsoft.com/office/drawing/2014/main" id="{A9200367-8B3F-9CA2-9183-2542D94DAD04}"/>
              </a:ext>
            </a:extLst>
          </p:cNvPr>
          <p:cNvCxnSpPr>
            <a:cxnSpLocks/>
            <a:endCxn id="208" idx="2"/>
          </p:cNvCxnSpPr>
          <p:nvPr/>
        </p:nvCxnSpPr>
        <p:spPr>
          <a:xfrm flipV="1">
            <a:off x="2009462" y="3850762"/>
            <a:ext cx="2842399" cy="111214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Straight Connector 58">
            <a:extLst>
              <a:ext uri="{FF2B5EF4-FFF2-40B4-BE49-F238E27FC236}">
                <a16:creationId xmlns:a16="http://schemas.microsoft.com/office/drawing/2014/main" id="{5FDE3250-3BE1-F793-6413-1587FF335307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2776196" y="3850762"/>
            <a:ext cx="3459845" cy="117068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09" name="Straight Connector 58">
            <a:extLst>
              <a:ext uri="{FF2B5EF4-FFF2-40B4-BE49-F238E27FC236}">
                <a16:creationId xmlns:a16="http://schemas.microsoft.com/office/drawing/2014/main" id="{751C124D-5C02-EBC6-F3F5-435FBBD205DB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6695617" y="4749267"/>
            <a:ext cx="1048217" cy="24366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10" name="Straight Connector 58">
            <a:extLst>
              <a:ext uri="{FF2B5EF4-FFF2-40B4-BE49-F238E27FC236}">
                <a16:creationId xmlns:a16="http://schemas.microsoft.com/office/drawing/2014/main" id="{5A2E2DAE-E53F-3821-AC12-6AC87E1C092A}"/>
              </a:ext>
            </a:extLst>
          </p:cNvPr>
          <p:cNvCxnSpPr>
            <a:cxnSpLocks/>
          </p:cNvCxnSpPr>
          <p:nvPr/>
        </p:nvCxnSpPr>
        <p:spPr>
          <a:xfrm flipV="1">
            <a:off x="5744555" y="4672039"/>
            <a:ext cx="1142954" cy="39859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114" name="Picture 1053">
            <a:extLst>
              <a:ext uri="{FF2B5EF4-FFF2-40B4-BE49-F238E27FC236}">
                <a16:creationId xmlns:a16="http://schemas.microsoft.com/office/drawing/2014/main" id="{2291B4FF-0E67-6E8C-67A6-BCB9662B011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049" y="4567903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053">
            <a:extLst>
              <a:ext uri="{FF2B5EF4-FFF2-40B4-BE49-F238E27FC236}">
                <a16:creationId xmlns:a16="http://schemas.microsoft.com/office/drawing/2014/main" id="{1459E1A8-8C9B-FBF3-71D0-7B01420E4B9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695" y="4567903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6" name="Straight Connector 58">
            <a:extLst>
              <a:ext uri="{FF2B5EF4-FFF2-40B4-BE49-F238E27FC236}">
                <a16:creationId xmlns:a16="http://schemas.microsoft.com/office/drawing/2014/main" id="{B03843C6-0EFE-3EEA-2B58-CF7CD05DF88B}"/>
              </a:ext>
            </a:extLst>
          </p:cNvPr>
          <p:cNvCxnSpPr>
            <a:cxnSpLocks/>
          </p:cNvCxnSpPr>
          <p:nvPr/>
        </p:nvCxnSpPr>
        <p:spPr>
          <a:xfrm flipH="1" flipV="1">
            <a:off x="6279397" y="3879935"/>
            <a:ext cx="222900" cy="124014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17" name="Straight Connector 58">
            <a:extLst>
              <a:ext uri="{FF2B5EF4-FFF2-40B4-BE49-F238E27FC236}">
                <a16:creationId xmlns:a16="http://schemas.microsoft.com/office/drawing/2014/main" id="{AD0E0C37-838B-17AF-38BC-55762121A20A}"/>
              </a:ext>
            </a:extLst>
          </p:cNvPr>
          <p:cNvCxnSpPr>
            <a:cxnSpLocks/>
            <a:endCxn id="208" idx="2"/>
          </p:cNvCxnSpPr>
          <p:nvPr/>
        </p:nvCxnSpPr>
        <p:spPr>
          <a:xfrm flipH="1" flipV="1">
            <a:off x="4851861" y="3850762"/>
            <a:ext cx="760838" cy="124291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37B09728-0E70-BFDC-5B48-74F23A3129C3}"/>
              </a:ext>
            </a:extLst>
          </p:cNvPr>
          <p:cNvSpPr txBox="1"/>
          <p:nvPr/>
        </p:nvSpPr>
        <p:spPr>
          <a:xfrm>
            <a:off x="6851018" y="5070160"/>
            <a:ext cx="1621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核心应用分区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47ACF72-1F64-A59B-3591-1600580B273F}"/>
              </a:ext>
            </a:extLst>
          </p:cNvPr>
          <p:cNvSpPr txBox="1"/>
          <p:nvPr/>
        </p:nvSpPr>
        <p:spPr>
          <a:xfrm>
            <a:off x="1442934" y="61199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B62F3A0-20CC-0538-3E6D-3BDB955A5BBD}"/>
              </a:ext>
            </a:extLst>
          </p:cNvPr>
          <p:cNvSpPr txBox="1"/>
          <p:nvPr/>
        </p:nvSpPr>
        <p:spPr>
          <a:xfrm>
            <a:off x="3141968" y="2011099"/>
            <a:ext cx="1023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广域网路由器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40" name="Straight Connector 58">
            <a:extLst>
              <a:ext uri="{FF2B5EF4-FFF2-40B4-BE49-F238E27FC236}">
                <a16:creationId xmlns:a16="http://schemas.microsoft.com/office/drawing/2014/main" id="{96B28CCD-C451-C6DB-D43F-546E5C4102B1}"/>
              </a:ext>
            </a:extLst>
          </p:cNvPr>
          <p:cNvCxnSpPr>
            <a:cxnSpLocks/>
          </p:cNvCxnSpPr>
          <p:nvPr/>
        </p:nvCxnSpPr>
        <p:spPr>
          <a:xfrm>
            <a:off x="3931916" y="1869315"/>
            <a:ext cx="2296043" cy="1669367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43" name="Straight Connector 58">
            <a:extLst>
              <a:ext uri="{FF2B5EF4-FFF2-40B4-BE49-F238E27FC236}">
                <a16:creationId xmlns:a16="http://schemas.microsoft.com/office/drawing/2014/main" id="{58A296DF-AA6C-F24A-3315-88841136B812}"/>
              </a:ext>
            </a:extLst>
          </p:cNvPr>
          <p:cNvCxnSpPr>
            <a:cxnSpLocks/>
          </p:cNvCxnSpPr>
          <p:nvPr/>
        </p:nvCxnSpPr>
        <p:spPr>
          <a:xfrm flipH="1" flipV="1">
            <a:off x="3407442" y="1831765"/>
            <a:ext cx="1442631" cy="163426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45" name="Straight Connector 58">
            <a:extLst>
              <a:ext uri="{FF2B5EF4-FFF2-40B4-BE49-F238E27FC236}">
                <a16:creationId xmlns:a16="http://schemas.microsoft.com/office/drawing/2014/main" id="{574B5E78-844E-7B4E-2BFC-FA49D722FC92}"/>
              </a:ext>
            </a:extLst>
          </p:cNvPr>
          <p:cNvCxnSpPr>
            <a:cxnSpLocks/>
            <a:stCxn id="224" idx="0"/>
          </p:cNvCxnSpPr>
          <p:nvPr/>
        </p:nvCxnSpPr>
        <p:spPr>
          <a:xfrm flipH="1" flipV="1">
            <a:off x="6409157" y="3750959"/>
            <a:ext cx="2932234" cy="707683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26" name="Straight Connector 53">
            <a:extLst>
              <a:ext uri="{FF2B5EF4-FFF2-40B4-BE49-F238E27FC236}">
                <a16:creationId xmlns:a16="http://schemas.microsoft.com/office/drawing/2014/main" id="{2552ACFB-236F-EC33-1968-2E0DE8974BEE}"/>
              </a:ext>
            </a:extLst>
          </p:cNvPr>
          <p:cNvCxnSpPr/>
          <p:nvPr/>
        </p:nvCxnSpPr>
        <p:spPr>
          <a:xfrm>
            <a:off x="3483852" y="1772633"/>
            <a:ext cx="29489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7FECC3BD-3783-8D08-DED3-0BC428933B73}"/>
              </a:ext>
            </a:extLst>
          </p:cNvPr>
          <p:cNvSpPr txBox="1"/>
          <p:nvPr/>
        </p:nvSpPr>
        <p:spPr>
          <a:xfrm>
            <a:off x="6572338" y="3276021"/>
            <a:ext cx="1866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核心交换分区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1" name="Straight Connector 58">
            <a:extLst>
              <a:ext uri="{FF2B5EF4-FFF2-40B4-BE49-F238E27FC236}">
                <a16:creationId xmlns:a16="http://schemas.microsoft.com/office/drawing/2014/main" id="{C0EBE965-D997-EA8B-D588-522E7D836C98}"/>
              </a:ext>
            </a:extLst>
          </p:cNvPr>
          <p:cNvCxnSpPr>
            <a:cxnSpLocks/>
            <a:stCxn id="256" idx="0"/>
          </p:cNvCxnSpPr>
          <p:nvPr/>
        </p:nvCxnSpPr>
        <p:spPr>
          <a:xfrm flipH="1" flipV="1">
            <a:off x="6461963" y="3717193"/>
            <a:ext cx="4102444" cy="7414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82" name="Straight Connector 58">
            <a:extLst>
              <a:ext uri="{FF2B5EF4-FFF2-40B4-BE49-F238E27FC236}">
                <a16:creationId xmlns:a16="http://schemas.microsoft.com/office/drawing/2014/main" id="{297C3C13-7B89-82A9-BE04-90CEC72CC36B}"/>
              </a:ext>
            </a:extLst>
          </p:cNvPr>
          <p:cNvCxnSpPr>
            <a:cxnSpLocks/>
            <a:stCxn id="255" idx="0"/>
          </p:cNvCxnSpPr>
          <p:nvPr/>
        </p:nvCxnSpPr>
        <p:spPr>
          <a:xfrm flipH="1" flipV="1">
            <a:off x="4779166" y="3735151"/>
            <a:ext cx="5496383" cy="72349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97" name="Straight Connector 58">
            <a:extLst>
              <a:ext uri="{FF2B5EF4-FFF2-40B4-BE49-F238E27FC236}">
                <a16:creationId xmlns:a16="http://schemas.microsoft.com/office/drawing/2014/main" id="{A6F98605-88C2-DB97-74AB-C10CF8DAFC80}"/>
              </a:ext>
            </a:extLst>
          </p:cNvPr>
          <p:cNvCxnSpPr/>
          <p:nvPr/>
        </p:nvCxnSpPr>
        <p:spPr>
          <a:xfrm>
            <a:off x="9342760" y="4577870"/>
            <a:ext cx="21931" cy="70828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98" name="Straight Connector 58">
            <a:extLst>
              <a:ext uri="{FF2B5EF4-FFF2-40B4-BE49-F238E27FC236}">
                <a16:creationId xmlns:a16="http://schemas.microsoft.com/office/drawing/2014/main" id="{B7CF09B8-CA88-590D-9EF6-FAF316785260}"/>
              </a:ext>
            </a:extLst>
          </p:cNvPr>
          <p:cNvCxnSpPr/>
          <p:nvPr/>
        </p:nvCxnSpPr>
        <p:spPr>
          <a:xfrm>
            <a:off x="9106626" y="4587353"/>
            <a:ext cx="21931" cy="70828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6575EC82-3A4C-46ED-742B-5E909D917529}"/>
              </a:ext>
            </a:extLst>
          </p:cNvPr>
          <p:cNvSpPr txBox="1"/>
          <p:nvPr/>
        </p:nvSpPr>
        <p:spPr>
          <a:xfrm>
            <a:off x="8822400" y="5492352"/>
            <a:ext cx="102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第三方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外联分区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00" name="Straight Connector 53">
            <a:extLst>
              <a:ext uri="{FF2B5EF4-FFF2-40B4-BE49-F238E27FC236}">
                <a16:creationId xmlns:a16="http://schemas.microsoft.com/office/drawing/2014/main" id="{9B1A6918-2460-4771-2CE8-A907DC51D23E}"/>
              </a:ext>
            </a:extLst>
          </p:cNvPr>
          <p:cNvCxnSpPr/>
          <p:nvPr/>
        </p:nvCxnSpPr>
        <p:spPr>
          <a:xfrm>
            <a:off x="9102469" y="4520641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23" name="Picture 1053">
            <a:extLst>
              <a:ext uri="{FF2B5EF4-FFF2-40B4-BE49-F238E27FC236}">
                <a16:creationId xmlns:a16="http://schemas.microsoft.com/office/drawing/2014/main" id="{87345FAC-86C2-9AFC-9314-72098F1D1FE1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325" y="4458642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" name="Picture 1053">
            <a:extLst>
              <a:ext uri="{FF2B5EF4-FFF2-40B4-BE49-F238E27FC236}">
                <a16:creationId xmlns:a16="http://schemas.microsoft.com/office/drawing/2014/main" id="{5FAED31A-F52B-B2C9-CD11-DA71D8032FC7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3184" y="4458642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7" name="Straight Connector 53">
            <a:extLst>
              <a:ext uri="{FF2B5EF4-FFF2-40B4-BE49-F238E27FC236}">
                <a16:creationId xmlns:a16="http://schemas.microsoft.com/office/drawing/2014/main" id="{C4D9AFD6-DDBC-09F2-E301-FC20269B6918}"/>
              </a:ext>
            </a:extLst>
          </p:cNvPr>
          <p:cNvCxnSpPr/>
          <p:nvPr/>
        </p:nvCxnSpPr>
        <p:spPr>
          <a:xfrm>
            <a:off x="9128885" y="5003496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31" name="Picture 1053">
            <a:extLst>
              <a:ext uri="{FF2B5EF4-FFF2-40B4-BE49-F238E27FC236}">
                <a16:creationId xmlns:a16="http://schemas.microsoft.com/office/drawing/2014/main" id="{36EEF7F3-3791-9A4C-8C3F-5D0D04215BA0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742" y="4941497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2" name="Picture 1053">
            <a:extLst>
              <a:ext uri="{FF2B5EF4-FFF2-40B4-BE49-F238E27FC236}">
                <a16:creationId xmlns:a16="http://schemas.microsoft.com/office/drawing/2014/main" id="{99C80178-EFF1-48CE-E2C7-25BB52643C65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602" y="4941497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1" name="Straight Connector 58">
            <a:extLst>
              <a:ext uri="{FF2B5EF4-FFF2-40B4-BE49-F238E27FC236}">
                <a16:creationId xmlns:a16="http://schemas.microsoft.com/office/drawing/2014/main" id="{B2422501-4DD1-72D9-AA4C-90DB212BA1E8}"/>
              </a:ext>
            </a:extLst>
          </p:cNvPr>
          <p:cNvCxnSpPr>
            <a:endCxn id="244" idx="3"/>
          </p:cNvCxnSpPr>
          <p:nvPr/>
        </p:nvCxnSpPr>
        <p:spPr>
          <a:xfrm>
            <a:off x="9087424" y="5303955"/>
            <a:ext cx="396738" cy="2832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42" name="Picture 37">
            <a:extLst>
              <a:ext uri="{FF2B5EF4-FFF2-40B4-BE49-F238E27FC236}">
                <a16:creationId xmlns:a16="http://schemas.microsoft.com/office/drawing/2014/main" id="{E11B0714-37E3-5B98-F215-91E885D36404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944" y="5172204"/>
            <a:ext cx="191240" cy="32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" name="Picture 37">
            <a:extLst>
              <a:ext uri="{FF2B5EF4-FFF2-40B4-BE49-F238E27FC236}">
                <a16:creationId xmlns:a16="http://schemas.microsoft.com/office/drawing/2014/main" id="{E1418E43-D405-1213-0EC4-7EA2D265E999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922" y="5172204"/>
            <a:ext cx="191240" cy="32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8" name="Straight Connector 58">
            <a:extLst>
              <a:ext uri="{FF2B5EF4-FFF2-40B4-BE49-F238E27FC236}">
                <a16:creationId xmlns:a16="http://schemas.microsoft.com/office/drawing/2014/main" id="{479EBAEF-7474-5D2A-B953-AC3C588C2189}"/>
              </a:ext>
            </a:extLst>
          </p:cNvPr>
          <p:cNvCxnSpPr/>
          <p:nvPr/>
        </p:nvCxnSpPr>
        <p:spPr>
          <a:xfrm>
            <a:off x="10267661" y="5342897"/>
            <a:ext cx="31708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E555375D-591D-C5CD-DFFF-C0A28B7E6A0E}"/>
              </a:ext>
            </a:extLst>
          </p:cNvPr>
          <p:cNvSpPr txBox="1"/>
          <p:nvPr/>
        </p:nvSpPr>
        <p:spPr>
          <a:xfrm>
            <a:off x="10122181" y="5483177"/>
            <a:ext cx="925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网银接入分区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51" name="Straight Connector 53">
            <a:extLst>
              <a:ext uri="{FF2B5EF4-FFF2-40B4-BE49-F238E27FC236}">
                <a16:creationId xmlns:a16="http://schemas.microsoft.com/office/drawing/2014/main" id="{46B22A79-06CC-AFE5-848C-E131EB70CF67}"/>
              </a:ext>
            </a:extLst>
          </p:cNvPr>
          <p:cNvCxnSpPr>
            <a:stCxn id="266" idx="0"/>
            <a:endCxn id="255" idx="0"/>
          </p:cNvCxnSpPr>
          <p:nvPr/>
        </p:nvCxnSpPr>
        <p:spPr>
          <a:xfrm flipH="1" flipV="1">
            <a:off x="10275550" y="4458639"/>
            <a:ext cx="24734" cy="767049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52" name="Straight Connector 53">
            <a:extLst>
              <a:ext uri="{FF2B5EF4-FFF2-40B4-BE49-F238E27FC236}">
                <a16:creationId xmlns:a16="http://schemas.microsoft.com/office/drawing/2014/main" id="{563312BB-4546-EA1F-AA7E-F0C859614FDE}"/>
              </a:ext>
            </a:extLst>
          </p:cNvPr>
          <p:cNvCxnSpPr>
            <a:stCxn id="268" idx="0"/>
          </p:cNvCxnSpPr>
          <p:nvPr/>
        </p:nvCxnSpPr>
        <p:spPr>
          <a:xfrm flipH="1" flipV="1">
            <a:off x="10564993" y="4580991"/>
            <a:ext cx="58433" cy="644699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54" name="Straight Connector 53">
            <a:extLst>
              <a:ext uri="{FF2B5EF4-FFF2-40B4-BE49-F238E27FC236}">
                <a16:creationId xmlns:a16="http://schemas.microsoft.com/office/drawing/2014/main" id="{2B7F7FC0-2D08-6929-1F5D-4E1D6CE36433}"/>
              </a:ext>
            </a:extLst>
          </p:cNvPr>
          <p:cNvCxnSpPr/>
          <p:nvPr/>
        </p:nvCxnSpPr>
        <p:spPr>
          <a:xfrm>
            <a:off x="10325485" y="4520640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55" name="Picture 1053">
            <a:extLst>
              <a:ext uri="{FF2B5EF4-FFF2-40B4-BE49-F238E27FC236}">
                <a16:creationId xmlns:a16="http://schemas.microsoft.com/office/drawing/2014/main" id="{BEF4CC7F-7E8D-D163-58C0-E25776215C71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342" y="4458641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" name="Picture 1053">
            <a:extLst>
              <a:ext uri="{FF2B5EF4-FFF2-40B4-BE49-F238E27FC236}">
                <a16:creationId xmlns:a16="http://schemas.microsoft.com/office/drawing/2014/main" id="{4BED1B3D-D611-BB69-FA53-3B5A03EE6498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200" y="4458641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7" name="Straight Connector 53">
            <a:extLst>
              <a:ext uri="{FF2B5EF4-FFF2-40B4-BE49-F238E27FC236}">
                <a16:creationId xmlns:a16="http://schemas.microsoft.com/office/drawing/2014/main" id="{0AF7B9AC-7C59-EC43-E69C-E2971E3CCFB6}"/>
              </a:ext>
            </a:extLst>
          </p:cNvPr>
          <p:cNvCxnSpPr/>
          <p:nvPr/>
        </p:nvCxnSpPr>
        <p:spPr>
          <a:xfrm>
            <a:off x="10351901" y="5003495"/>
            <a:ext cx="16016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58" name="Picture 1053">
            <a:extLst>
              <a:ext uri="{FF2B5EF4-FFF2-40B4-BE49-F238E27FC236}">
                <a16:creationId xmlns:a16="http://schemas.microsoft.com/office/drawing/2014/main" id="{BC004D81-6F0B-2BC5-185F-C4CC5794FC75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3758" y="4941496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1053">
            <a:extLst>
              <a:ext uri="{FF2B5EF4-FFF2-40B4-BE49-F238E27FC236}">
                <a16:creationId xmlns:a16="http://schemas.microsoft.com/office/drawing/2014/main" id="{D13B6B77-450E-A8EC-86F3-51AA6A44797F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617" y="4941496"/>
            <a:ext cx="276413" cy="15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" name="Picture 36" descr="ManagementEngineME1100">
            <a:extLst>
              <a:ext uri="{FF2B5EF4-FFF2-40B4-BE49-F238E27FC236}">
                <a16:creationId xmlns:a16="http://schemas.microsoft.com/office/drawing/2014/main" id="{1502B94F-2F48-EB43-9329-14B9394AB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925" y="5225690"/>
            <a:ext cx="222719" cy="19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8" name="Picture 36" descr="ManagementEngineME1100">
            <a:extLst>
              <a:ext uri="{FF2B5EF4-FFF2-40B4-BE49-F238E27FC236}">
                <a16:creationId xmlns:a16="http://schemas.microsoft.com/office/drawing/2014/main" id="{E619A6B9-5111-B9B3-98B0-81EBFE4B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067" y="5225690"/>
            <a:ext cx="222719" cy="19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4" name="Straight Connector 53">
            <a:extLst>
              <a:ext uri="{FF2B5EF4-FFF2-40B4-BE49-F238E27FC236}">
                <a16:creationId xmlns:a16="http://schemas.microsoft.com/office/drawing/2014/main" id="{7B838911-3DF8-B8FF-7751-50770F15A5F3}"/>
              </a:ext>
            </a:extLst>
          </p:cNvPr>
          <p:cNvCxnSpPr>
            <a:cxnSpLocks/>
            <a:endCxn id="292" idx="3"/>
          </p:cNvCxnSpPr>
          <p:nvPr/>
        </p:nvCxnSpPr>
        <p:spPr>
          <a:xfrm flipV="1">
            <a:off x="6175159" y="2619380"/>
            <a:ext cx="1918913" cy="792446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05" name="Straight Connector 53">
            <a:extLst>
              <a:ext uri="{FF2B5EF4-FFF2-40B4-BE49-F238E27FC236}">
                <a16:creationId xmlns:a16="http://schemas.microsoft.com/office/drawing/2014/main" id="{9C497C3F-BD13-0D43-E13C-F6139759F3C1}"/>
              </a:ext>
            </a:extLst>
          </p:cNvPr>
          <p:cNvCxnSpPr>
            <a:cxnSpLocks/>
            <a:stCxn id="208" idx="0"/>
            <a:endCxn id="291" idx="1"/>
          </p:cNvCxnSpPr>
          <p:nvPr/>
        </p:nvCxnSpPr>
        <p:spPr>
          <a:xfrm flipV="1">
            <a:off x="4851861" y="2602088"/>
            <a:ext cx="2080971" cy="67717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08" name="Picture 69" descr="Cortina8Front.png">
            <a:extLst>
              <a:ext uri="{FF2B5EF4-FFF2-40B4-BE49-F238E27FC236}">
                <a16:creationId xmlns:a16="http://schemas.microsoft.com/office/drawing/2014/main" id="{6D3A03D6-4A5B-C2EB-D35A-C991D94A140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7434" y="3279266"/>
            <a:ext cx="548854" cy="571496"/>
          </a:xfrm>
          <a:prstGeom prst="rect">
            <a:avLst/>
          </a:prstGeom>
        </p:spPr>
      </p:pic>
      <p:sp>
        <p:nvSpPr>
          <p:cNvPr id="440" name="Cloud 439">
            <a:extLst>
              <a:ext uri="{FF2B5EF4-FFF2-40B4-BE49-F238E27FC236}">
                <a16:creationId xmlns:a16="http://schemas.microsoft.com/office/drawing/2014/main" id="{7D0A03AD-3DAF-1917-F8D9-8C838C491068}"/>
              </a:ext>
            </a:extLst>
          </p:cNvPr>
          <p:cNvSpPr/>
          <p:nvPr/>
        </p:nvSpPr>
        <p:spPr>
          <a:xfrm rot="16200000">
            <a:off x="3521529" y="1016300"/>
            <a:ext cx="267103" cy="1047139"/>
          </a:xfrm>
          <a:prstGeom prst="cloud">
            <a:avLst/>
          </a:prstGeom>
          <a:solidFill>
            <a:schemeClr val="bg1"/>
          </a:solidFill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txBody>
          <a:bodyPr lIns="121814" tIns="60907" rIns="121814" bIns="60907" rtlCol="0" anchor="ctr"/>
          <a:lstStyle/>
          <a:p>
            <a:pPr marL="0" marR="0" lvl="0" indent="0" algn="ctr" defTabSz="8118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0" cap="none" spc="0" normalizeH="0" baseline="0" noProof="0" dirty="0">
              <a:ln>
                <a:noFill/>
              </a:ln>
              <a:solidFill>
                <a:srgbClr val="0183B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69" name="Straight Connector 53">
            <a:extLst>
              <a:ext uri="{FF2B5EF4-FFF2-40B4-BE49-F238E27FC236}">
                <a16:creationId xmlns:a16="http://schemas.microsoft.com/office/drawing/2014/main" id="{4DDB51B7-30B6-0877-4223-AC5E6DCADF76}"/>
              </a:ext>
            </a:extLst>
          </p:cNvPr>
          <p:cNvCxnSpPr/>
          <p:nvPr/>
        </p:nvCxnSpPr>
        <p:spPr>
          <a:xfrm>
            <a:off x="7298963" y="2593674"/>
            <a:ext cx="685550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09" name="Picture 69" descr="Cortina8Front.png">
            <a:extLst>
              <a:ext uri="{FF2B5EF4-FFF2-40B4-BE49-F238E27FC236}">
                <a16:creationId xmlns:a16="http://schemas.microsoft.com/office/drawing/2014/main" id="{EADA6EF9-1FA3-2387-D176-6A231992A74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1614" y="3279266"/>
            <a:ext cx="548854" cy="571496"/>
          </a:xfrm>
          <a:prstGeom prst="rect">
            <a:avLst/>
          </a:prstGeom>
        </p:spPr>
      </p:pic>
      <p:cxnSp>
        <p:nvCxnSpPr>
          <p:cNvPr id="121" name="Straight Connector 53">
            <a:extLst>
              <a:ext uri="{FF2B5EF4-FFF2-40B4-BE49-F238E27FC236}">
                <a16:creationId xmlns:a16="http://schemas.microsoft.com/office/drawing/2014/main" id="{99F59E8D-2E0F-4BDE-82A3-8F59D5578C06}"/>
              </a:ext>
            </a:extLst>
          </p:cNvPr>
          <p:cNvCxnSpPr/>
          <p:nvPr/>
        </p:nvCxnSpPr>
        <p:spPr>
          <a:xfrm>
            <a:off x="6768530" y="4658585"/>
            <a:ext cx="103753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22" name="TextBox 127">
            <a:extLst>
              <a:ext uri="{FF2B5EF4-FFF2-40B4-BE49-F238E27FC236}">
                <a16:creationId xmlns:a16="http://schemas.microsoft.com/office/drawing/2014/main" id="{8C02FA2E-9CC3-307E-561C-24E781D2C670}"/>
              </a:ext>
            </a:extLst>
          </p:cNvPr>
          <p:cNvSpPr txBox="1"/>
          <p:nvPr/>
        </p:nvSpPr>
        <p:spPr>
          <a:xfrm>
            <a:off x="2326600" y="1071506"/>
            <a:ext cx="1253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广域网接入分区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5" name="Straight Connector 58">
            <a:extLst>
              <a:ext uri="{FF2B5EF4-FFF2-40B4-BE49-F238E27FC236}">
                <a16:creationId xmlns:a16="http://schemas.microsoft.com/office/drawing/2014/main" id="{3D3CC5E6-8EE3-11E0-CB86-E85A9D2A85FB}"/>
              </a:ext>
            </a:extLst>
          </p:cNvPr>
          <p:cNvCxnSpPr/>
          <p:nvPr/>
        </p:nvCxnSpPr>
        <p:spPr>
          <a:xfrm flipV="1">
            <a:off x="1424349" y="5252293"/>
            <a:ext cx="567502" cy="7703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7" name="Straight Connector 58">
            <a:extLst>
              <a:ext uri="{FF2B5EF4-FFF2-40B4-BE49-F238E27FC236}">
                <a16:creationId xmlns:a16="http://schemas.microsoft.com/office/drawing/2014/main" id="{4AFF1339-081C-8850-9C30-E858BF0D15D3}"/>
              </a:ext>
            </a:extLst>
          </p:cNvPr>
          <p:cNvCxnSpPr>
            <a:cxnSpLocks/>
            <a:stCxn id="486" idx="0"/>
          </p:cNvCxnSpPr>
          <p:nvPr/>
        </p:nvCxnSpPr>
        <p:spPr>
          <a:xfrm flipV="1">
            <a:off x="2184361" y="5461536"/>
            <a:ext cx="301135" cy="49356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29" name="Straight Connector 58">
            <a:extLst>
              <a:ext uri="{FF2B5EF4-FFF2-40B4-BE49-F238E27FC236}">
                <a16:creationId xmlns:a16="http://schemas.microsoft.com/office/drawing/2014/main" id="{B3C3CCE0-4471-9163-8243-9E81968905A1}"/>
              </a:ext>
            </a:extLst>
          </p:cNvPr>
          <p:cNvCxnSpPr/>
          <p:nvPr/>
        </p:nvCxnSpPr>
        <p:spPr>
          <a:xfrm>
            <a:off x="1991848" y="504758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0" name="Straight Connector 58">
            <a:extLst>
              <a:ext uri="{FF2B5EF4-FFF2-40B4-BE49-F238E27FC236}">
                <a16:creationId xmlns:a16="http://schemas.microsoft.com/office/drawing/2014/main" id="{622230F3-BF56-4E52-E058-B349CB9334EE}"/>
              </a:ext>
            </a:extLst>
          </p:cNvPr>
          <p:cNvCxnSpPr/>
          <p:nvPr/>
        </p:nvCxnSpPr>
        <p:spPr>
          <a:xfrm>
            <a:off x="1991848" y="5115817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1" name="Straight Connector 58">
            <a:extLst>
              <a:ext uri="{FF2B5EF4-FFF2-40B4-BE49-F238E27FC236}">
                <a16:creationId xmlns:a16="http://schemas.microsoft.com/office/drawing/2014/main" id="{54A720E7-6EBC-9E06-FFD1-A0B2116A2101}"/>
              </a:ext>
            </a:extLst>
          </p:cNvPr>
          <p:cNvCxnSpPr>
            <a:cxnSpLocks/>
            <a:endCxn id="35" idx="2"/>
          </p:cNvCxnSpPr>
          <p:nvPr/>
        </p:nvCxnSpPr>
        <p:spPr>
          <a:xfrm flipH="1" flipV="1">
            <a:off x="2175598" y="4739566"/>
            <a:ext cx="485302" cy="37239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32" name="Straight Connector 58">
            <a:extLst>
              <a:ext uri="{FF2B5EF4-FFF2-40B4-BE49-F238E27FC236}">
                <a16:creationId xmlns:a16="http://schemas.microsoft.com/office/drawing/2014/main" id="{74B722DF-C45B-0D8F-306F-592666A62650}"/>
              </a:ext>
            </a:extLst>
          </p:cNvPr>
          <p:cNvCxnSpPr>
            <a:cxnSpLocks/>
            <a:endCxn id="34" idx="2"/>
          </p:cNvCxnSpPr>
          <p:nvPr/>
        </p:nvCxnSpPr>
        <p:spPr>
          <a:xfrm flipH="1" flipV="1">
            <a:off x="1445952" y="4739566"/>
            <a:ext cx="429667" cy="334442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34" name="Picture 1053">
            <a:extLst>
              <a:ext uri="{FF2B5EF4-FFF2-40B4-BE49-F238E27FC236}">
                <a16:creationId xmlns:a16="http://schemas.microsoft.com/office/drawing/2014/main" id="{766CE3EE-3BA8-EE24-1926-34E869D85A9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13" y="4558202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053">
            <a:extLst>
              <a:ext uri="{FF2B5EF4-FFF2-40B4-BE49-F238E27FC236}">
                <a16:creationId xmlns:a16="http://schemas.microsoft.com/office/drawing/2014/main" id="{D10BAF80-45BA-B575-E785-F0265C53D9C4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459" y="4558202"/>
            <a:ext cx="628277" cy="181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212">
            <a:extLst>
              <a:ext uri="{FF2B5EF4-FFF2-40B4-BE49-F238E27FC236}">
                <a16:creationId xmlns:a16="http://schemas.microsoft.com/office/drawing/2014/main" id="{295D1EE1-F7CB-5A86-7F7F-F820AFF77FF1}"/>
              </a:ext>
            </a:extLst>
          </p:cNvPr>
          <p:cNvSpPr txBox="1"/>
          <p:nvPr/>
        </p:nvSpPr>
        <p:spPr>
          <a:xfrm>
            <a:off x="1062372" y="4914918"/>
            <a:ext cx="644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汇聚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53">
            <a:extLst>
              <a:ext uri="{FF2B5EF4-FFF2-40B4-BE49-F238E27FC236}">
                <a16:creationId xmlns:a16="http://schemas.microsoft.com/office/drawing/2014/main" id="{9ED1A8A0-AB3A-A6AD-A5C9-5F0D41CF16A4}"/>
              </a:ext>
            </a:extLst>
          </p:cNvPr>
          <p:cNvCxnSpPr/>
          <p:nvPr/>
        </p:nvCxnSpPr>
        <p:spPr>
          <a:xfrm>
            <a:off x="1200294" y="4648884"/>
            <a:ext cx="103753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Straight Connector 58">
            <a:extLst>
              <a:ext uri="{FF2B5EF4-FFF2-40B4-BE49-F238E27FC236}">
                <a16:creationId xmlns:a16="http://schemas.microsoft.com/office/drawing/2014/main" id="{D860C945-6FAD-4E21-CDD4-993C7E72CEC4}"/>
              </a:ext>
            </a:extLst>
          </p:cNvPr>
          <p:cNvCxnSpPr/>
          <p:nvPr/>
        </p:nvCxnSpPr>
        <p:spPr>
          <a:xfrm>
            <a:off x="2024978" y="518262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" name="Straight Connector 58">
            <a:extLst>
              <a:ext uri="{FF2B5EF4-FFF2-40B4-BE49-F238E27FC236}">
                <a16:creationId xmlns:a16="http://schemas.microsoft.com/office/drawing/2014/main" id="{A79F8A7C-005F-8D72-4B88-56AF6E7D45C1}"/>
              </a:ext>
            </a:extLst>
          </p:cNvPr>
          <p:cNvCxnSpPr>
            <a:cxnSpLocks/>
          </p:cNvCxnSpPr>
          <p:nvPr/>
        </p:nvCxnSpPr>
        <p:spPr>
          <a:xfrm>
            <a:off x="7162087" y="2055231"/>
            <a:ext cx="723189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299" name="Picture 69" descr="Cortina8Front.png">
            <a:extLst>
              <a:ext uri="{FF2B5EF4-FFF2-40B4-BE49-F238E27FC236}">
                <a16:creationId xmlns:a16="http://schemas.microsoft.com/office/drawing/2014/main" id="{E91BEB75-2B16-BE39-C599-3E3B3F49ED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441" y="1770808"/>
            <a:ext cx="341183" cy="553279"/>
          </a:xfrm>
          <a:prstGeom prst="rect">
            <a:avLst/>
          </a:prstGeom>
        </p:spPr>
      </p:pic>
      <p:pic>
        <p:nvPicPr>
          <p:cNvPr id="300" name="Picture 69" descr="Cortina8Front.png">
            <a:extLst>
              <a:ext uri="{FF2B5EF4-FFF2-40B4-BE49-F238E27FC236}">
                <a16:creationId xmlns:a16="http://schemas.microsoft.com/office/drawing/2014/main" id="{B63965DA-3C2F-1F67-FA44-2B91E050D1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2888" y="1770808"/>
            <a:ext cx="341183" cy="553279"/>
          </a:xfrm>
          <a:prstGeom prst="rect">
            <a:avLst/>
          </a:prstGeom>
        </p:spPr>
      </p:pic>
      <p:cxnSp>
        <p:nvCxnSpPr>
          <p:cNvPr id="489" name="Straight Connector 58">
            <a:extLst>
              <a:ext uri="{FF2B5EF4-FFF2-40B4-BE49-F238E27FC236}">
                <a16:creationId xmlns:a16="http://schemas.microsoft.com/office/drawing/2014/main" id="{4C0B1867-5F55-D842-7F27-E4EB3818A3F0}"/>
              </a:ext>
            </a:extLst>
          </p:cNvPr>
          <p:cNvCxnSpPr/>
          <p:nvPr/>
        </p:nvCxnSpPr>
        <p:spPr>
          <a:xfrm>
            <a:off x="1561152" y="5991482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0" name="Straight Connector 58">
            <a:extLst>
              <a:ext uri="{FF2B5EF4-FFF2-40B4-BE49-F238E27FC236}">
                <a16:creationId xmlns:a16="http://schemas.microsoft.com/office/drawing/2014/main" id="{FACFF127-8774-89F0-C4A5-4267B65D2985}"/>
              </a:ext>
            </a:extLst>
          </p:cNvPr>
          <p:cNvCxnSpPr/>
          <p:nvPr/>
        </p:nvCxnSpPr>
        <p:spPr>
          <a:xfrm>
            <a:off x="1631970" y="60187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1" name="Straight Connector 58">
            <a:extLst>
              <a:ext uri="{FF2B5EF4-FFF2-40B4-BE49-F238E27FC236}">
                <a16:creationId xmlns:a16="http://schemas.microsoft.com/office/drawing/2014/main" id="{1DE1D79C-0CBE-C3F6-C3F3-5618E1C9EADB}"/>
              </a:ext>
            </a:extLst>
          </p:cNvPr>
          <p:cNvCxnSpPr/>
          <p:nvPr/>
        </p:nvCxnSpPr>
        <p:spPr>
          <a:xfrm>
            <a:off x="1555770" y="605411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485" name="Picture 72" descr="ToR1.png">
            <a:extLst>
              <a:ext uri="{FF2B5EF4-FFF2-40B4-BE49-F238E27FC236}">
                <a16:creationId xmlns:a16="http://schemas.microsoft.com/office/drawing/2014/main" id="{46BDBC9C-BA4A-60C4-388E-39684FA039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73" y="5955096"/>
            <a:ext cx="602270" cy="127289"/>
          </a:xfrm>
          <a:prstGeom prst="rect">
            <a:avLst/>
          </a:prstGeom>
        </p:spPr>
      </p:pic>
      <p:pic>
        <p:nvPicPr>
          <p:cNvPr id="486" name="Picture 72" descr="ToR1.png">
            <a:extLst>
              <a:ext uri="{FF2B5EF4-FFF2-40B4-BE49-F238E27FC236}">
                <a16:creationId xmlns:a16="http://schemas.microsoft.com/office/drawing/2014/main" id="{3FB23BE4-5F39-C2F0-D3E3-D49F4CC6A8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3226" y="5955096"/>
            <a:ext cx="602270" cy="127289"/>
          </a:xfrm>
          <a:prstGeom prst="rect">
            <a:avLst/>
          </a:prstGeom>
        </p:spPr>
      </p:pic>
      <p:cxnSp>
        <p:nvCxnSpPr>
          <p:cNvPr id="493" name="Straight Connector 58">
            <a:extLst>
              <a:ext uri="{FF2B5EF4-FFF2-40B4-BE49-F238E27FC236}">
                <a16:creationId xmlns:a16="http://schemas.microsoft.com/office/drawing/2014/main" id="{C2935E46-080C-46A5-4B26-89B8383EB4EC}"/>
              </a:ext>
            </a:extLst>
          </p:cNvPr>
          <p:cNvCxnSpPr/>
          <p:nvPr/>
        </p:nvCxnSpPr>
        <p:spPr>
          <a:xfrm>
            <a:off x="3164981" y="5991482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4" name="Straight Connector 58">
            <a:extLst>
              <a:ext uri="{FF2B5EF4-FFF2-40B4-BE49-F238E27FC236}">
                <a16:creationId xmlns:a16="http://schemas.microsoft.com/office/drawing/2014/main" id="{E717B7C6-CEAC-FCA5-30A0-CE5DE3CEF2CC}"/>
              </a:ext>
            </a:extLst>
          </p:cNvPr>
          <p:cNvCxnSpPr/>
          <p:nvPr/>
        </p:nvCxnSpPr>
        <p:spPr>
          <a:xfrm>
            <a:off x="3235799" y="60187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495" name="Straight Connector 58">
            <a:extLst>
              <a:ext uri="{FF2B5EF4-FFF2-40B4-BE49-F238E27FC236}">
                <a16:creationId xmlns:a16="http://schemas.microsoft.com/office/drawing/2014/main" id="{35012B54-3CC2-EE9F-2367-CF39D7FAD30C}"/>
              </a:ext>
            </a:extLst>
          </p:cNvPr>
          <p:cNvCxnSpPr/>
          <p:nvPr/>
        </p:nvCxnSpPr>
        <p:spPr>
          <a:xfrm>
            <a:off x="3159599" y="6054110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496" name="Picture 72" descr="ToR1.png">
            <a:extLst>
              <a:ext uri="{FF2B5EF4-FFF2-40B4-BE49-F238E27FC236}">
                <a16:creationId xmlns:a16="http://schemas.microsoft.com/office/drawing/2014/main" id="{D22A37F2-6B55-1D9F-F833-31CD8DB589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1702" y="5955096"/>
            <a:ext cx="602270" cy="127289"/>
          </a:xfrm>
          <a:prstGeom prst="rect">
            <a:avLst/>
          </a:prstGeom>
        </p:spPr>
      </p:pic>
      <p:pic>
        <p:nvPicPr>
          <p:cNvPr id="497" name="Picture 72" descr="ToR1.png">
            <a:extLst>
              <a:ext uri="{FF2B5EF4-FFF2-40B4-BE49-F238E27FC236}">
                <a16:creationId xmlns:a16="http://schemas.microsoft.com/office/drawing/2014/main" id="{0388A097-8D06-761F-1AD2-DDF7509F46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055" y="5955096"/>
            <a:ext cx="602270" cy="127289"/>
          </a:xfrm>
          <a:prstGeom prst="rect">
            <a:avLst/>
          </a:prstGeom>
        </p:spPr>
      </p:pic>
      <p:cxnSp>
        <p:nvCxnSpPr>
          <p:cNvPr id="498" name="Straight Connector 58">
            <a:extLst>
              <a:ext uri="{FF2B5EF4-FFF2-40B4-BE49-F238E27FC236}">
                <a16:creationId xmlns:a16="http://schemas.microsoft.com/office/drawing/2014/main" id="{46158A81-F704-D47D-9EAE-FA2B5A2A985B}"/>
              </a:ext>
            </a:extLst>
          </p:cNvPr>
          <p:cNvCxnSpPr>
            <a:cxnSpLocks/>
          </p:cNvCxnSpPr>
          <p:nvPr/>
        </p:nvCxnSpPr>
        <p:spPr>
          <a:xfrm flipH="1" flipV="1">
            <a:off x="2004867" y="5453148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1" name="Straight Connector 58">
            <a:extLst>
              <a:ext uri="{FF2B5EF4-FFF2-40B4-BE49-F238E27FC236}">
                <a16:creationId xmlns:a16="http://schemas.microsoft.com/office/drawing/2014/main" id="{BBA2DE77-219C-D716-7145-A16930A0CDAE}"/>
              </a:ext>
            </a:extLst>
          </p:cNvPr>
          <p:cNvCxnSpPr>
            <a:cxnSpLocks/>
          </p:cNvCxnSpPr>
          <p:nvPr/>
        </p:nvCxnSpPr>
        <p:spPr>
          <a:xfrm flipH="1" flipV="1">
            <a:off x="2753608" y="5455168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33" name="Picture 69" descr="Cortina8Front.png">
            <a:extLst>
              <a:ext uri="{FF2B5EF4-FFF2-40B4-BE49-F238E27FC236}">
                <a16:creationId xmlns:a16="http://schemas.microsoft.com/office/drawing/2014/main" id="{6386B53E-FF92-45C2-6D7F-892A7B99CE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6491" y="4911106"/>
            <a:ext cx="548854" cy="571496"/>
          </a:xfrm>
          <a:prstGeom prst="rect">
            <a:avLst/>
          </a:prstGeom>
        </p:spPr>
      </p:pic>
      <p:pic>
        <p:nvPicPr>
          <p:cNvPr id="40" name="Picture 69" descr="Cortina8Front.png">
            <a:extLst>
              <a:ext uri="{FF2B5EF4-FFF2-40B4-BE49-F238E27FC236}">
                <a16:creationId xmlns:a16="http://schemas.microsoft.com/office/drawing/2014/main" id="{6332A7D4-C279-84D8-9285-8377C36F9D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7211" y="4911106"/>
            <a:ext cx="548854" cy="571496"/>
          </a:xfrm>
          <a:prstGeom prst="rect">
            <a:avLst/>
          </a:prstGeom>
        </p:spPr>
      </p:pic>
      <p:sp>
        <p:nvSpPr>
          <p:cNvPr id="504" name="TextBox 127">
            <a:extLst>
              <a:ext uri="{FF2B5EF4-FFF2-40B4-BE49-F238E27FC236}">
                <a16:creationId xmlns:a16="http://schemas.microsoft.com/office/drawing/2014/main" id="{4D72512C-B4E7-3499-2137-64A0F7BB7582}"/>
              </a:ext>
            </a:extLst>
          </p:cNvPr>
          <p:cNvSpPr txBox="1"/>
          <p:nvPr/>
        </p:nvSpPr>
        <p:spPr>
          <a:xfrm>
            <a:off x="2930398" y="5093675"/>
            <a:ext cx="1621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非核心应用分区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5" name="TextBox 214">
            <a:extLst>
              <a:ext uri="{FF2B5EF4-FFF2-40B4-BE49-F238E27FC236}">
                <a16:creationId xmlns:a16="http://schemas.microsoft.com/office/drawing/2014/main" id="{02555041-FF32-4164-A310-0EC860E81F9C}"/>
              </a:ext>
            </a:extLst>
          </p:cNvPr>
          <p:cNvSpPr txBox="1"/>
          <p:nvPr/>
        </p:nvSpPr>
        <p:spPr>
          <a:xfrm>
            <a:off x="2977055" y="61199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6" name="TextBox 214">
            <a:extLst>
              <a:ext uri="{FF2B5EF4-FFF2-40B4-BE49-F238E27FC236}">
                <a16:creationId xmlns:a16="http://schemas.microsoft.com/office/drawing/2014/main" id="{DF0FE2B2-FDA4-56CB-8175-955C6C386284}"/>
              </a:ext>
            </a:extLst>
          </p:cNvPr>
          <p:cNvSpPr txBox="1"/>
          <p:nvPr/>
        </p:nvSpPr>
        <p:spPr>
          <a:xfrm>
            <a:off x="5341788" y="6134755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7" name="Straight Connector 58">
            <a:extLst>
              <a:ext uri="{FF2B5EF4-FFF2-40B4-BE49-F238E27FC236}">
                <a16:creationId xmlns:a16="http://schemas.microsoft.com/office/drawing/2014/main" id="{1F22AE67-ECB1-21B6-44D9-B530866EB124}"/>
              </a:ext>
            </a:extLst>
          </p:cNvPr>
          <p:cNvCxnSpPr/>
          <p:nvPr/>
        </p:nvCxnSpPr>
        <p:spPr>
          <a:xfrm flipV="1">
            <a:off x="5323203" y="5267117"/>
            <a:ext cx="567502" cy="770305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8" name="Straight Connector 58">
            <a:extLst>
              <a:ext uri="{FF2B5EF4-FFF2-40B4-BE49-F238E27FC236}">
                <a16:creationId xmlns:a16="http://schemas.microsoft.com/office/drawing/2014/main" id="{38DDADBA-40B9-DBAA-6D77-E954ADF756E2}"/>
              </a:ext>
            </a:extLst>
          </p:cNvPr>
          <p:cNvCxnSpPr>
            <a:cxnSpLocks/>
            <a:stCxn id="77" idx="0"/>
          </p:cNvCxnSpPr>
          <p:nvPr/>
        </p:nvCxnSpPr>
        <p:spPr>
          <a:xfrm flipV="1">
            <a:off x="6083215" y="5476360"/>
            <a:ext cx="301135" cy="49356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09" name="Straight Connector 58">
            <a:extLst>
              <a:ext uri="{FF2B5EF4-FFF2-40B4-BE49-F238E27FC236}">
                <a16:creationId xmlns:a16="http://schemas.microsoft.com/office/drawing/2014/main" id="{FC2838B3-9D23-24E2-B0D3-01ACCE4D318A}"/>
              </a:ext>
            </a:extLst>
          </p:cNvPr>
          <p:cNvCxnSpPr/>
          <p:nvPr/>
        </p:nvCxnSpPr>
        <p:spPr>
          <a:xfrm>
            <a:off x="5890702" y="506240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510" name="Straight Connector 58">
            <a:extLst>
              <a:ext uri="{FF2B5EF4-FFF2-40B4-BE49-F238E27FC236}">
                <a16:creationId xmlns:a16="http://schemas.microsoft.com/office/drawing/2014/main" id="{C4A36F29-B401-ED94-BF50-D5491B4AD443}"/>
              </a:ext>
            </a:extLst>
          </p:cNvPr>
          <p:cNvCxnSpPr/>
          <p:nvPr/>
        </p:nvCxnSpPr>
        <p:spPr>
          <a:xfrm>
            <a:off x="5890702" y="5130641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511" name="TextBox 212">
            <a:extLst>
              <a:ext uri="{FF2B5EF4-FFF2-40B4-BE49-F238E27FC236}">
                <a16:creationId xmlns:a16="http://schemas.microsoft.com/office/drawing/2014/main" id="{DA3EF8C3-EA7E-44F3-3379-17E0930A14AF}"/>
              </a:ext>
            </a:extLst>
          </p:cNvPr>
          <p:cNvSpPr txBox="1"/>
          <p:nvPr/>
        </p:nvSpPr>
        <p:spPr>
          <a:xfrm>
            <a:off x="4961226" y="4929742"/>
            <a:ext cx="644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汇聚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7" name="Straight Connector 58">
            <a:extLst>
              <a:ext uri="{FF2B5EF4-FFF2-40B4-BE49-F238E27FC236}">
                <a16:creationId xmlns:a16="http://schemas.microsoft.com/office/drawing/2014/main" id="{0278042B-4584-49BB-45A2-99F411D9867C}"/>
              </a:ext>
            </a:extLst>
          </p:cNvPr>
          <p:cNvCxnSpPr/>
          <p:nvPr/>
        </p:nvCxnSpPr>
        <p:spPr>
          <a:xfrm>
            <a:off x="5923832" y="519744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68" name="Straight Connector 58">
            <a:extLst>
              <a:ext uri="{FF2B5EF4-FFF2-40B4-BE49-F238E27FC236}">
                <a16:creationId xmlns:a16="http://schemas.microsoft.com/office/drawing/2014/main" id="{8394B7AD-73C7-1B3F-88E8-704A5AD4BC51}"/>
              </a:ext>
            </a:extLst>
          </p:cNvPr>
          <p:cNvCxnSpPr/>
          <p:nvPr/>
        </p:nvCxnSpPr>
        <p:spPr>
          <a:xfrm>
            <a:off x="5460006" y="6006306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0" name="Straight Connector 58">
            <a:extLst>
              <a:ext uri="{FF2B5EF4-FFF2-40B4-BE49-F238E27FC236}">
                <a16:creationId xmlns:a16="http://schemas.microsoft.com/office/drawing/2014/main" id="{3BD54F54-DAA2-8836-2916-7BAD4CF709B0}"/>
              </a:ext>
            </a:extLst>
          </p:cNvPr>
          <p:cNvCxnSpPr/>
          <p:nvPr/>
        </p:nvCxnSpPr>
        <p:spPr>
          <a:xfrm>
            <a:off x="5530824" y="603356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1" name="Straight Connector 58">
            <a:extLst>
              <a:ext uri="{FF2B5EF4-FFF2-40B4-BE49-F238E27FC236}">
                <a16:creationId xmlns:a16="http://schemas.microsoft.com/office/drawing/2014/main" id="{901E436C-14D0-72FC-EAAE-AD7E297ED48E}"/>
              </a:ext>
            </a:extLst>
          </p:cNvPr>
          <p:cNvCxnSpPr/>
          <p:nvPr/>
        </p:nvCxnSpPr>
        <p:spPr>
          <a:xfrm>
            <a:off x="5454624" y="606893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73" name="Picture 72" descr="ToR1.png">
            <a:extLst>
              <a:ext uri="{FF2B5EF4-FFF2-40B4-BE49-F238E27FC236}">
                <a16:creationId xmlns:a16="http://schemas.microsoft.com/office/drawing/2014/main" id="{1871E168-748A-60A3-1016-3EE3542FDA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6727" y="5969920"/>
            <a:ext cx="602270" cy="127289"/>
          </a:xfrm>
          <a:prstGeom prst="rect">
            <a:avLst/>
          </a:prstGeom>
        </p:spPr>
      </p:pic>
      <p:pic>
        <p:nvPicPr>
          <p:cNvPr id="77" name="Picture 72" descr="ToR1.png">
            <a:extLst>
              <a:ext uri="{FF2B5EF4-FFF2-40B4-BE49-F238E27FC236}">
                <a16:creationId xmlns:a16="http://schemas.microsoft.com/office/drawing/2014/main" id="{4C1F98F1-CE64-D236-3927-403FDC7C9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2080" y="5969920"/>
            <a:ext cx="602270" cy="127289"/>
          </a:xfrm>
          <a:prstGeom prst="rect">
            <a:avLst/>
          </a:prstGeom>
        </p:spPr>
      </p:pic>
      <p:cxnSp>
        <p:nvCxnSpPr>
          <p:cNvPr id="78" name="Straight Connector 58">
            <a:extLst>
              <a:ext uri="{FF2B5EF4-FFF2-40B4-BE49-F238E27FC236}">
                <a16:creationId xmlns:a16="http://schemas.microsoft.com/office/drawing/2014/main" id="{54DF0982-CE7D-E28F-3B89-5041E94F7D86}"/>
              </a:ext>
            </a:extLst>
          </p:cNvPr>
          <p:cNvCxnSpPr/>
          <p:nvPr/>
        </p:nvCxnSpPr>
        <p:spPr>
          <a:xfrm>
            <a:off x="7063835" y="6006306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9" name="Straight Connector 58">
            <a:extLst>
              <a:ext uri="{FF2B5EF4-FFF2-40B4-BE49-F238E27FC236}">
                <a16:creationId xmlns:a16="http://schemas.microsoft.com/office/drawing/2014/main" id="{53AD0F97-BF72-6D56-667B-B063260E76D2}"/>
              </a:ext>
            </a:extLst>
          </p:cNvPr>
          <p:cNvCxnSpPr/>
          <p:nvPr/>
        </p:nvCxnSpPr>
        <p:spPr>
          <a:xfrm>
            <a:off x="7134653" y="6033565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2" name="Straight Connector 58">
            <a:extLst>
              <a:ext uri="{FF2B5EF4-FFF2-40B4-BE49-F238E27FC236}">
                <a16:creationId xmlns:a16="http://schemas.microsoft.com/office/drawing/2014/main" id="{3EC78EA2-AC54-76F3-3075-3445AA5F660C}"/>
              </a:ext>
            </a:extLst>
          </p:cNvPr>
          <p:cNvCxnSpPr/>
          <p:nvPr/>
        </p:nvCxnSpPr>
        <p:spPr>
          <a:xfrm>
            <a:off x="7058453" y="6068934"/>
            <a:ext cx="486431" cy="0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83" name="Picture 72" descr="ToR1.png">
            <a:extLst>
              <a:ext uri="{FF2B5EF4-FFF2-40B4-BE49-F238E27FC236}">
                <a16:creationId xmlns:a16="http://schemas.microsoft.com/office/drawing/2014/main" id="{DF69B5AE-ADDE-5AE7-6500-5FDB4D8E76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556" y="5969920"/>
            <a:ext cx="602270" cy="127289"/>
          </a:xfrm>
          <a:prstGeom prst="rect">
            <a:avLst/>
          </a:prstGeom>
        </p:spPr>
      </p:pic>
      <p:pic>
        <p:nvPicPr>
          <p:cNvPr id="85" name="Picture 72" descr="ToR1.png">
            <a:extLst>
              <a:ext uri="{FF2B5EF4-FFF2-40B4-BE49-F238E27FC236}">
                <a16:creationId xmlns:a16="http://schemas.microsoft.com/office/drawing/2014/main" id="{ACBE79A3-3430-CC82-A768-4A81360F35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5909" y="5969920"/>
            <a:ext cx="602270" cy="127289"/>
          </a:xfrm>
          <a:prstGeom prst="rect">
            <a:avLst/>
          </a:prstGeom>
        </p:spPr>
      </p:pic>
      <p:cxnSp>
        <p:nvCxnSpPr>
          <p:cNvPr id="86" name="Straight Connector 58">
            <a:extLst>
              <a:ext uri="{FF2B5EF4-FFF2-40B4-BE49-F238E27FC236}">
                <a16:creationId xmlns:a16="http://schemas.microsoft.com/office/drawing/2014/main" id="{A774103A-DB7E-13FB-9E95-DD8BBDCAE5E2}"/>
              </a:ext>
            </a:extLst>
          </p:cNvPr>
          <p:cNvCxnSpPr>
            <a:cxnSpLocks/>
          </p:cNvCxnSpPr>
          <p:nvPr/>
        </p:nvCxnSpPr>
        <p:spPr>
          <a:xfrm flipH="1" flipV="1">
            <a:off x="5903721" y="5467972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87" name="Straight Connector 58">
            <a:extLst>
              <a:ext uri="{FF2B5EF4-FFF2-40B4-BE49-F238E27FC236}">
                <a16:creationId xmlns:a16="http://schemas.microsoft.com/office/drawing/2014/main" id="{FEBF1120-D883-E787-1CD6-3EC14C4BE274}"/>
              </a:ext>
            </a:extLst>
          </p:cNvPr>
          <p:cNvCxnSpPr>
            <a:cxnSpLocks/>
          </p:cNvCxnSpPr>
          <p:nvPr/>
        </p:nvCxnSpPr>
        <p:spPr>
          <a:xfrm flipH="1" flipV="1">
            <a:off x="6652462" y="5469992"/>
            <a:ext cx="875826" cy="513748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88" name="Picture 69" descr="Cortina8Front.png">
            <a:extLst>
              <a:ext uri="{FF2B5EF4-FFF2-40B4-BE49-F238E27FC236}">
                <a16:creationId xmlns:a16="http://schemas.microsoft.com/office/drawing/2014/main" id="{3539AA22-87DE-3F74-041A-730C22DB87A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5345" y="4925930"/>
            <a:ext cx="548854" cy="571496"/>
          </a:xfrm>
          <a:prstGeom prst="rect">
            <a:avLst/>
          </a:prstGeom>
        </p:spPr>
      </p:pic>
      <p:pic>
        <p:nvPicPr>
          <p:cNvPr id="89" name="Picture 69" descr="Cortina8Front.png">
            <a:extLst>
              <a:ext uri="{FF2B5EF4-FFF2-40B4-BE49-F238E27FC236}">
                <a16:creationId xmlns:a16="http://schemas.microsoft.com/office/drawing/2014/main" id="{3A13E2BB-289A-C0E9-B3FD-41A0BADE682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6065" y="4925930"/>
            <a:ext cx="548854" cy="571496"/>
          </a:xfrm>
          <a:prstGeom prst="rect">
            <a:avLst/>
          </a:prstGeom>
        </p:spPr>
      </p:pic>
      <p:sp>
        <p:nvSpPr>
          <p:cNvPr id="90" name="TextBox 214">
            <a:extLst>
              <a:ext uri="{FF2B5EF4-FFF2-40B4-BE49-F238E27FC236}">
                <a16:creationId xmlns:a16="http://schemas.microsoft.com/office/drawing/2014/main" id="{C0C36768-24EE-5EEC-5CC3-113A4A47751A}"/>
              </a:ext>
            </a:extLst>
          </p:cNvPr>
          <p:cNvSpPr txBox="1"/>
          <p:nvPr/>
        </p:nvSpPr>
        <p:spPr>
          <a:xfrm>
            <a:off x="7125664" y="6104731"/>
            <a:ext cx="1621434" cy="267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20" name="Picture 37">
            <a:extLst>
              <a:ext uri="{FF2B5EF4-FFF2-40B4-BE49-F238E27FC236}">
                <a16:creationId xmlns:a16="http://schemas.microsoft.com/office/drawing/2014/main" id="{B867DC70-7C35-3993-ABAE-63366D13E659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368" y="161430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1" name="Picture 37">
            <a:extLst>
              <a:ext uri="{FF2B5EF4-FFF2-40B4-BE49-F238E27FC236}">
                <a16:creationId xmlns:a16="http://schemas.microsoft.com/office/drawing/2014/main" id="{7108A405-5FA2-DA27-CF75-C9FFC2F7B51E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163" y="161365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椭圆 95">
            <a:extLst>
              <a:ext uri="{FF2B5EF4-FFF2-40B4-BE49-F238E27FC236}">
                <a16:creationId xmlns:a16="http://schemas.microsoft.com/office/drawing/2014/main" id="{B13E492C-90A6-785D-380E-C6A9FEF9B98E}"/>
              </a:ext>
            </a:extLst>
          </p:cNvPr>
          <p:cNvSpPr/>
          <p:nvPr/>
        </p:nvSpPr>
        <p:spPr>
          <a:xfrm>
            <a:off x="1442934" y="5783665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6F4CEAF5-EDE4-2003-3BFF-19042CE6B477}"/>
              </a:ext>
            </a:extLst>
          </p:cNvPr>
          <p:cNvSpPr/>
          <p:nvPr/>
        </p:nvSpPr>
        <p:spPr>
          <a:xfrm>
            <a:off x="2526044" y="5777533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55AF42D0-FC93-C9BD-33B9-5B9F291BF820}"/>
              </a:ext>
            </a:extLst>
          </p:cNvPr>
          <p:cNvSpPr/>
          <p:nvPr/>
        </p:nvSpPr>
        <p:spPr>
          <a:xfrm>
            <a:off x="5331028" y="5822434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E5F04B9C-9B37-8D0F-36AB-1B588813E654}"/>
              </a:ext>
            </a:extLst>
          </p:cNvPr>
          <p:cNvSpPr/>
          <p:nvPr/>
        </p:nvSpPr>
        <p:spPr>
          <a:xfrm>
            <a:off x="6414138" y="5816302"/>
            <a:ext cx="972402" cy="754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92EF066F-890A-3EDE-283F-7A2CC9478F58}"/>
              </a:ext>
            </a:extLst>
          </p:cNvPr>
          <p:cNvSpPr/>
          <p:nvPr/>
        </p:nvSpPr>
        <p:spPr>
          <a:xfrm>
            <a:off x="6888970" y="1347948"/>
            <a:ext cx="503990" cy="5404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8A768030-300D-0477-02AC-4550B01D919D}"/>
              </a:ext>
            </a:extLst>
          </p:cNvPr>
          <p:cNvSpPr/>
          <p:nvPr/>
        </p:nvSpPr>
        <p:spPr>
          <a:xfrm>
            <a:off x="7558243" y="1351444"/>
            <a:ext cx="503990" cy="54047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TextBox 214">
            <a:extLst>
              <a:ext uri="{FF2B5EF4-FFF2-40B4-BE49-F238E27FC236}">
                <a16:creationId xmlns:a16="http://schemas.microsoft.com/office/drawing/2014/main" id="{8A428DBD-D3B0-3896-9502-993E679E141D}"/>
              </a:ext>
            </a:extLst>
          </p:cNvPr>
          <p:cNvSpPr txBox="1"/>
          <p:nvPr/>
        </p:nvSpPr>
        <p:spPr>
          <a:xfrm>
            <a:off x="8134663" y="1064658"/>
            <a:ext cx="9678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接入交换机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98">
            <a:extLst>
              <a:ext uri="{FF2B5EF4-FFF2-40B4-BE49-F238E27FC236}">
                <a16:creationId xmlns:a16="http://schemas.microsoft.com/office/drawing/2014/main" id="{AFFDE3D2-242B-6CA1-C72F-EDC074A1BCE8}"/>
              </a:ext>
            </a:extLst>
          </p:cNvPr>
          <p:cNvSpPr txBox="1"/>
          <p:nvPr/>
        </p:nvSpPr>
        <p:spPr>
          <a:xfrm>
            <a:off x="9451592" y="4658313"/>
            <a:ext cx="58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DMZ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198">
            <a:extLst>
              <a:ext uri="{FF2B5EF4-FFF2-40B4-BE49-F238E27FC236}">
                <a16:creationId xmlns:a16="http://schemas.microsoft.com/office/drawing/2014/main" id="{89C0E7D6-5276-840E-A342-67C50808C52A}"/>
              </a:ext>
            </a:extLst>
          </p:cNvPr>
          <p:cNvSpPr txBox="1"/>
          <p:nvPr/>
        </p:nvSpPr>
        <p:spPr>
          <a:xfrm>
            <a:off x="10648743" y="4653047"/>
            <a:ext cx="58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96D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DMZ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96D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5053C0-7C40-111D-8C11-1E15EC90ABA1}"/>
              </a:ext>
            </a:extLst>
          </p:cNvPr>
          <p:cNvGrpSpPr/>
          <p:nvPr/>
        </p:nvGrpSpPr>
        <p:grpSpPr>
          <a:xfrm>
            <a:off x="8952229" y="4737391"/>
            <a:ext cx="553786" cy="119720"/>
            <a:chOff x="8952229" y="4737391"/>
            <a:chExt cx="553786" cy="119720"/>
          </a:xfrm>
        </p:grpSpPr>
        <p:pic>
          <p:nvPicPr>
            <p:cNvPr id="4" name="Picture 72" descr="ToR1.png">
              <a:extLst>
                <a:ext uri="{FF2B5EF4-FFF2-40B4-BE49-F238E27FC236}">
                  <a16:creationId xmlns:a16="http://schemas.microsoft.com/office/drawing/2014/main" id="{81AC53EA-5386-9158-5EBC-3E2AD6101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2229" y="4737391"/>
              <a:ext cx="251643" cy="115737"/>
            </a:xfrm>
            <a:prstGeom prst="rect">
              <a:avLst/>
            </a:prstGeom>
          </p:spPr>
        </p:pic>
        <p:pic>
          <p:nvPicPr>
            <p:cNvPr id="6" name="Picture 72" descr="ToR1.png">
              <a:extLst>
                <a:ext uri="{FF2B5EF4-FFF2-40B4-BE49-F238E27FC236}">
                  <a16:creationId xmlns:a16="http://schemas.microsoft.com/office/drawing/2014/main" id="{DF92274D-02C4-7C33-DDB2-00F12A26B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53720" y="4741374"/>
              <a:ext cx="251643" cy="115737"/>
            </a:xfrm>
            <a:prstGeom prst="rect">
              <a:avLst/>
            </a:prstGeom>
          </p:spPr>
        </p:pic>
        <p:cxnSp>
          <p:nvCxnSpPr>
            <p:cNvPr id="7" name="Straight Connector 58">
              <a:extLst>
                <a:ext uri="{FF2B5EF4-FFF2-40B4-BE49-F238E27FC236}">
                  <a16:creationId xmlns:a16="http://schemas.microsoft.com/office/drawing/2014/main" id="{0E36F9B3-88ED-B545-6BE3-FAA5BDE59011}"/>
                </a:ext>
              </a:extLst>
            </p:cNvPr>
            <p:cNvCxnSpPr/>
            <p:nvPr/>
          </p:nvCxnSpPr>
          <p:spPr>
            <a:xfrm>
              <a:off x="9019584" y="4775413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" name="Straight Connector 58">
              <a:extLst>
                <a:ext uri="{FF2B5EF4-FFF2-40B4-BE49-F238E27FC236}">
                  <a16:creationId xmlns:a16="http://schemas.microsoft.com/office/drawing/2014/main" id="{1EE5FB47-5CB1-9DA8-F99B-9089896913CF}"/>
                </a:ext>
              </a:extLst>
            </p:cNvPr>
            <p:cNvCxnSpPr/>
            <p:nvPr/>
          </p:nvCxnSpPr>
          <p:spPr>
            <a:xfrm>
              <a:off x="8980811" y="4799496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" name="Straight Connector 58">
              <a:extLst>
                <a:ext uri="{FF2B5EF4-FFF2-40B4-BE49-F238E27FC236}">
                  <a16:creationId xmlns:a16="http://schemas.microsoft.com/office/drawing/2014/main" id="{34675437-4E28-767F-C995-11E72A9E6122}"/>
                </a:ext>
              </a:extLst>
            </p:cNvPr>
            <p:cNvCxnSpPr/>
            <p:nvPr/>
          </p:nvCxnSpPr>
          <p:spPr>
            <a:xfrm>
              <a:off x="8973939" y="4835207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D70F1BD-E44F-E497-6BCD-3308C94524C7}"/>
              </a:ext>
            </a:extLst>
          </p:cNvPr>
          <p:cNvGrpSpPr/>
          <p:nvPr/>
        </p:nvGrpSpPr>
        <p:grpSpPr>
          <a:xfrm>
            <a:off x="10148827" y="4730917"/>
            <a:ext cx="553786" cy="119720"/>
            <a:chOff x="8952229" y="4737391"/>
            <a:chExt cx="553786" cy="119720"/>
          </a:xfrm>
        </p:grpSpPr>
        <p:pic>
          <p:nvPicPr>
            <p:cNvPr id="23" name="Picture 72" descr="ToR1.png">
              <a:extLst>
                <a:ext uri="{FF2B5EF4-FFF2-40B4-BE49-F238E27FC236}">
                  <a16:creationId xmlns:a16="http://schemas.microsoft.com/office/drawing/2014/main" id="{8F7921C8-7A01-BF6B-9F10-F1FCB30D9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2229" y="4737391"/>
              <a:ext cx="251643" cy="115737"/>
            </a:xfrm>
            <a:prstGeom prst="rect">
              <a:avLst/>
            </a:prstGeom>
          </p:spPr>
        </p:pic>
        <p:pic>
          <p:nvPicPr>
            <p:cNvPr id="26" name="Picture 72" descr="ToR1.png">
              <a:extLst>
                <a:ext uri="{FF2B5EF4-FFF2-40B4-BE49-F238E27FC236}">
                  <a16:creationId xmlns:a16="http://schemas.microsoft.com/office/drawing/2014/main" id="{4B9787E3-9D59-72F6-0DAE-CCED6013A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53720" y="4741374"/>
              <a:ext cx="251643" cy="115737"/>
            </a:xfrm>
            <a:prstGeom prst="rect">
              <a:avLst/>
            </a:prstGeom>
          </p:spPr>
        </p:pic>
        <p:cxnSp>
          <p:nvCxnSpPr>
            <p:cNvPr id="28" name="Straight Connector 58">
              <a:extLst>
                <a:ext uri="{FF2B5EF4-FFF2-40B4-BE49-F238E27FC236}">
                  <a16:creationId xmlns:a16="http://schemas.microsoft.com/office/drawing/2014/main" id="{E4684393-E770-53BD-94EB-D8F7002EE3C5}"/>
                </a:ext>
              </a:extLst>
            </p:cNvPr>
            <p:cNvCxnSpPr/>
            <p:nvPr/>
          </p:nvCxnSpPr>
          <p:spPr>
            <a:xfrm>
              <a:off x="9019584" y="4775413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6" name="Straight Connector 58">
              <a:extLst>
                <a:ext uri="{FF2B5EF4-FFF2-40B4-BE49-F238E27FC236}">
                  <a16:creationId xmlns:a16="http://schemas.microsoft.com/office/drawing/2014/main" id="{D1FC58F3-0079-31F8-704F-D725255CA792}"/>
                </a:ext>
              </a:extLst>
            </p:cNvPr>
            <p:cNvCxnSpPr/>
            <p:nvPr/>
          </p:nvCxnSpPr>
          <p:spPr>
            <a:xfrm>
              <a:off x="8980811" y="4799496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7" name="Straight Connector 58">
              <a:extLst>
                <a:ext uri="{FF2B5EF4-FFF2-40B4-BE49-F238E27FC236}">
                  <a16:creationId xmlns:a16="http://schemas.microsoft.com/office/drawing/2014/main" id="{25033A50-3629-1063-79C0-3BDCA098123E}"/>
                </a:ext>
              </a:extLst>
            </p:cNvPr>
            <p:cNvCxnSpPr/>
            <p:nvPr/>
          </p:nvCxnSpPr>
          <p:spPr>
            <a:xfrm>
              <a:off x="8973939" y="4835207"/>
              <a:ext cx="486431" cy="0"/>
            </a:xfrm>
            <a:prstGeom prst="line">
              <a:avLst/>
            </a:prstGeom>
            <a:noFill/>
            <a:ln w="9525" cap="flat" cmpd="sng" algn="ctr">
              <a:solidFill>
                <a:srgbClr val="5F5F5F">
                  <a:shade val="95000"/>
                  <a:satMod val="105000"/>
                </a:srgb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cxnSp>
        <p:nvCxnSpPr>
          <p:cNvPr id="5" name="Straight Connector 53">
            <a:extLst>
              <a:ext uri="{FF2B5EF4-FFF2-40B4-BE49-F238E27FC236}">
                <a16:creationId xmlns:a16="http://schemas.microsoft.com/office/drawing/2014/main" id="{FE36D9B2-1745-E599-80AE-7BF337F62452}"/>
              </a:ext>
            </a:extLst>
          </p:cNvPr>
          <p:cNvCxnSpPr/>
          <p:nvPr/>
        </p:nvCxnSpPr>
        <p:spPr>
          <a:xfrm>
            <a:off x="2287617" y="1772633"/>
            <a:ext cx="294897" cy="7984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pic>
        <p:nvPicPr>
          <p:cNvPr id="10" name="Picture 37">
            <a:extLst>
              <a:ext uri="{FF2B5EF4-FFF2-40B4-BE49-F238E27FC236}">
                <a16:creationId xmlns:a16="http://schemas.microsoft.com/office/drawing/2014/main" id="{4CB92447-A0EF-9305-94A9-66B399004236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133" y="161430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7">
            <a:extLst>
              <a:ext uri="{FF2B5EF4-FFF2-40B4-BE49-F238E27FC236}">
                <a16:creationId xmlns:a16="http://schemas.microsoft.com/office/drawing/2014/main" id="{DAEEE7BB-9E17-6CBF-5009-7E8E6A9E5B27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28" y="1613656"/>
            <a:ext cx="333200" cy="3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24">
            <a:extLst>
              <a:ext uri="{FF2B5EF4-FFF2-40B4-BE49-F238E27FC236}">
                <a16:creationId xmlns:a16="http://schemas.microsoft.com/office/drawing/2014/main" id="{BC6953E0-8F10-D901-5940-43E29B8145C6}"/>
              </a:ext>
            </a:extLst>
          </p:cNvPr>
          <p:cNvSpPr txBox="1"/>
          <p:nvPr/>
        </p:nvSpPr>
        <p:spPr>
          <a:xfrm>
            <a:off x="1964522" y="2011099"/>
            <a:ext cx="8116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DCI</a:t>
            </a:r>
            <a:r>
              <a:rPr lang="zh-CN" altLang="en-US" sz="1000" dirty="0">
                <a:solidFill>
                  <a:srgbClr val="000000"/>
                </a:solidFill>
                <a:latin typeface="Arial"/>
              </a:rPr>
              <a:t>互联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4" name="Straight Connector 58">
            <a:extLst>
              <a:ext uri="{FF2B5EF4-FFF2-40B4-BE49-F238E27FC236}">
                <a16:creationId xmlns:a16="http://schemas.microsoft.com/office/drawing/2014/main" id="{A2915D59-D9F5-E09B-38AE-D91B8821927D}"/>
              </a:ext>
            </a:extLst>
          </p:cNvPr>
          <p:cNvCxnSpPr>
            <a:cxnSpLocks/>
            <a:stCxn id="208" idx="0"/>
            <a:endCxn id="10" idx="2"/>
          </p:cNvCxnSpPr>
          <p:nvPr/>
        </p:nvCxnSpPr>
        <p:spPr>
          <a:xfrm flipH="1" flipV="1">
            <a:off x="2177733" y="1988325"/>
            <a:ext cx="2674128" cy="1290941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C1FEA866-238A-B3F9-3C95-AC2645D062D9}"/>
              </a:ext>
            </a:extLst>
          </p:cNvPr>
          <p:cNvCxnSpPr>
            <a:cxnSpLocks/>
            <a:stCxn id="209" idx="0"/>
            <a:endCxn id="11" idx="2"/>
          </p:cNvCxnSpPr>
          <p:nvPr/>
        </p:nvCxnSpPr>
        <p:spPr>
          <a:xfrm flipH="1" flipV="1">
            <a:off x="2668528" y="1987675"/>
            <a:ext cx="3567513" cy="1291591"/>
          </a:xfrm>
          <a:prstGeom prst="line">
            <a:avLst/>
          </a:prstGeom>
          <a:noFill/>
          <a:ln w="9525" cap="flat" cmpd="sng" algn="ctr">
            <a:solidFill>
              <a:srgbClr val="5F5F5F">
                <a:shade val="95000"/>
                <a:satMod val="10500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CBBCC686-B4FC-90A5-27E5-C1FB87231D75}"/>
              </a:ext>
            </a:extLst>
          </p:cNvPr>
          <p:cNvSpPr/>
          <p:nvPr/>
        </p:nvSpPr>
        <p:spPr>
          <a:xfrm>
            <a:off x="1610139" y="616226"/>
            <a:ext cx="9342783" cy="4671391"/>
          </a:xfrm>
          <a:custGeom>
            <a:avLst/>
            <a:gdLst>
              <a:gd name="connsiteX0" fmla="*/ 318052 w 9342783"/>
              <a:gd name="connsiteY0" fmla="*/ 4293704 h 4671391"/>
              <a:gd name="connsiteX1" fmla="*/ 327991 w 9342783"/>
              <a:gd name="connsiteY1" fmla="*/ 4393096 h 4671391"/>
              <a:gd name="connsiteX2" fmla="*/ 367748 w 9342783"/>
              <a:gd name="connsiteY2" fmla="*/ 4422913 h 4671391"/>
              <a:gd name="connsiteX3" fmla="*/ 397565 w 9342783"/>
              <a:gd name="connsiteY3" fmla="*/ 4452731 h 4671391"/>
              <a:gd name="connsiteX4" fmla="*/ 496957 w 9342783"/>
              <a:gd name="connsiteY4" fmla="*/ 4482548 h 4671391"/>
              <a:gd name="connsiteX5" fmla="*/ 566531 w 9342783"/>
              <a:gd name="connsiteY5" fmla="*/ 4512365 h 4671391"/>
              <a:gd name="connsiteX6" fmla="*/ 626165 w 9342783"/>
              <a:gd name="connsiteY6" fmla="*/ 4532244 h 4671391"/>
              <a:gd name="connsiteX7" fmla="*/ 715618 w 9342783"/>
              <a:gd name="connsiteY7" fmla="*/ 4562061 h 4671391"/>
              <a:gd name="connsiteX8" fmla="*/ 745435 w 9342783"/>
              <a:gd name="connsiteY8" fmla="*/ 4572000 h 4671391"/>
              <a:gd name="connsiteX9" fmla="*/ 824948 w 9342783"/>
              <a:gd name="connsiteY9" fmla="*/ 4591878 h 4671391"/>
              <a:gd name="connsiteX10" fmla="*/ 1013791 w 9342783"/>
              <a:gd name="connsiteY10" fmla="*/ 4581939 h 4671391"/>
              <a:gd name="connsiteX11" fmla="*/ 1083365 w 9342783"/>
              <a:gd name="connsiteY11" fmla="*/ 4572000 h 4671391"/>
              <a:gd name="connsiteX12" fmla="*/ 1311965 w 9342783"/>
              <a:gd name="connsiteY12" fmla="*/ 4552122 h 4671391"/>
              <a:gd name="connsiteX13" fmla="*/ 1470991 w 9342783"/>
              <a:gd name="connsiteY13" fmla="*/ 4532244 h 4671391"/>
              <a:gd name="connsiteX14" fmla="*/ 1530626 w 9342783"/>
              <a:gd name="connsiteY14" fmla="*/ 4522304 h 4671391"/>
              <a:gd name="connsiteX15" fmla="*/ 1669774 w 9342783"/>
              <a:gd name="connsiteY15" fmla="*/ 4512365 h 4671391"/>
              <a:gd name="connsiteX16" fmla="*/ 1958009 w 9342783"/>
              <a:gd name="connsiteY16" fmla="*/ 4492487 h 4671391"/>
              <a:gd name="connsiteX17" fmla="*/ 2017644 w 9342783"/>
              <a:gd name="connsiteY17" fmla="*/ 4462670 h 4671391"/>
              <a:gd name="connsiteX18" fmla="*/ 2117035 w 9342783"/>
              <a:gd name="connsiteY18" fmla="*/ 4432852 h 4671391"/>
              <a:gd name="connsiteX19" fmla="*/ 2156791 w 9342783"/>
              <a:gd name="connsiteY19" fmla="*/ 4412974 h 4671391"/>
              <a:gd name="connsiteX20" fmla="*/ 2295939 w 9342783"/>
              <a:gd name="connsiteY20" fmla="*/ 4383157 h 4671391"/>
              <a:gd name="connsiteX21" fmla="*/ 2365513 w 9342783"/>
              <a:gd name="connsiteY21" fmla="*/ 4363278 h 4671391"/>
              <a:gd name="connsiteX22" fmla="*/ 2415209 w 9342783"/>
              <a:gd name="connsiteY22" fmla="*/ 4353339 h 4671391"/>
              <a:gd name="connsiteX23" fmla="*/ 2454965 w 9342783"/>
              <a:gd name="connsiteY23" fmla="*/ 4343400 h 4671391"/>
              <a:gd name="connsiteX24" fmla="*/ 2514600 w 9342783"/>
              <a:gd name="connsiteY24" fmla="*/ 4333461 h 4671391"/>
              <a:gd name="connsiteX25" fmla="*/ 2554357 w 9342783"/>
              <a:gd name="connsiteY25" fmla="*/ 4323522 h 4671391"/>
              <a:gd name="connsiteX26" fmla="*/ 2663687 w 9342783"/>
              <a:gd name="connsiteY26" fmla="*/ 4313583 h 4671391"/>
              <a:gd name="connsiteX27" fmla="*/ 2802835 w 9342783"/>
              <a:gd name="connsiteY27" fmla="*/ 4283765 h 4671391"/>
              <a:gd name="connsiteX28" fmla="*/ 2862470 w 9342783"/>
              <a:gd name="connsiteY28" fmla="*/ 4263887 h 4671391"/>
              <a:gd name="connsiteX29" fmla="*/ 2892287 w 9342783"/>
              <a:gd name="connsiteY29" fmla="*/ 4244009 h 4671391"/>
              <a:gd name="connsiteX30" fmla="*/ 2971800 w 9342783"/>
              <a:gd name="connsiteY30" fmla="*/ 4224131 h 4671391"/>
              <a:gd name="connsiteX31" fmla="*/ 3011557 w 9342783"/>
              <a:gd name="connsiteY31" fmla="*/ 4214191 h 4671391"/>
              <a:gd name="connsiteX32" fmla="*/ 3110948 w 9342783"/>
              <a:gd name="connsiteY32" fmla="*/ 4194313 h 4671391"/>
              <a:gd name="connsiteX33" fmla="*/ 3160644 w 9342783"/>
              <a:gd name="connsiteY33" fmla="*/ 4184374 h 4671391"/>
              <a:gd name="connsiteX34" fmla="*/ 3240157 w 9342783"/>
              <a:gd name="connsiteY34" fmla="*/ 4174435 h 4671391"/>
              <a:gd name="connsiteX35" fmla="*/ 3458818 w 9342783"/>
              <a:gd name="connsiteY35" fmla="*/ 4184374 h 4671391"/>
              <a:gd name="connsiteX36" fmla="*/ 3478696 w 9342783"/>
              <a:gd name="connsiteY36" fmla="*/ 4214191 h 4671391"/>
              <a:gd name="connsiteX37" fmla="*/ 3508513 w 9342783"/>
              <a:gd name="connsiteY37" fmla="*/ 4234070 h 4671391"/>
              <a:gd name="connsiteX38" fmla="*/ 3568148 w 9342783"/>
              <a:gd name="connsiteY38" fmla="*/ 4293704 h 4671391"/>
              <a:gd name="connsiteX39" fmla="*/ 3627783 w 9342783"/>
              <a:gd name="connsiteY39" fmla="*/ 4333461 h 4671391"/>
              <a:gd name="connsiteX40" fmla="*/ 3647661 w 9342783"/>
              <a:gd name="connsiteY40" fmla="*/ 4363278 h 4671391"/>
              <a:gd name="connsiteX41" fmla="*/ 3677478 w 9342783"/>
              <a:gd name="connsiteY41" fmla="*/ 4383157 h 4671391"/>
              <a:gd name="connsiteX42" fmla="*/ 3717235 w 9342783"/>
              <a:gd name="connsiteY42" fmla="*/ 4432852 h 4671391"/>
              <a:gd name="connsiteX43" fmla="*/ 3796748 w 9342783"/>
              <a:gd name="connsiteY43" fmla="*/ 4492487 h 4671391"/>
              <a:gd name="connsiteX44" fmla="*/ 3826565 w 9342783"/>
              <a:gd name="connsiteY44" fmla="*/ 4512365 h 4671391"/>
              <a:gd name="connsiteX45" fmla="*/ 3856383 w 9342783"/>
              <a:gd name="connsiteY45" fmla="*/ 4532244 h 4671391"/>
              <a:gd name="connsiteX46" fmla="*/ 3886200 w 9342783"/>
              <a:gd name="connsiteY46" fmla="*/ 4542183 h 4671391"/>
              <a:gd name="connsiteX47" fmla="*/ 4065104 w 9342783"/>
              <a:gd name="connsiteY47" fmla="*/ 4562061 h 4671391"/>
              <a:gd name="connsiteX48" fmla="*/ 4164496 w 9342783"/>
              <a:gd name="connsiteY48" fmla="*/ 4591878 h 4671391"/>
              <a:gd name="connsiteX49" fmla="*/ 4194313 w 9342783"/>
              <a:gd name="connsiteY49" fmla="*/ 4601817 h 4671391"/>
              <a:gd name="connsiteX50" fmla="*/ 4244009 w 9342783"/>
              <a:gd name="connsiteY50" fmla="*/ 4621696 h 4671391"/>
              <a:gd name="connsiteX51" fmla="*/ 4293704 w 9342783"/>
              <a:gd name="connsiteY51" fmla="*/ 4631635 h 4671391"/>
              <a:gd name="connsiteX52" fmla="*/ 4333461 w 9342783"/>
              <a:gd name="connsiteY52" fmla="*/ 4651513 h 4671391"/>
              <a:gd name="connsiteX53" fmla="*/ 4383157 w 9342783"/>
              <a:gd name="connsiteY53" fmla="*/ 4661452 h 4671391"/>
              <a:gd name="connsiteX54" fmla="*/ 4681331 w 9342783"/>
              <a:gd name="connsiteY54" fmla="*/ 4671391 h 4671391"/>
              <a:gd name="connsiteX55" fmla="*/ 4909931 w 9342783"/>
              <a:gd name="connsiteY55" fmla="*/ 4661452 h 4671391"/>
              <a:gd name="connsiteX56" fmla="*/ 4939748 w 9342783"/>
              <a:gd name="connsiteY56" fmla="*/ 4651513 h 4671391"/>
              <a:gd name="connsiteX57" fmla="*/ 4959626 w 9342783"/>
              <a:gd name="connsiteY57" fmla="*/ 4621696 h 4671391"/>
              <a:gd name="connsiteX58" fmla="*/ 4969565 w 9342783"/>
              <a:gd name="connsiteY58" fmla="*/ 4591878 h 4671391"/>
              <a:gd name="connsiteX59" fmla="*/ 4989444 w 9342783"/>
              <a:gd name="connsiteY59" fmla="*/ 4462670 h 4671391"/>
              <a:gd name="connsiteX60" fmla="*/ 4999383 w 9342783"/>
              <a:gd name="connsiteY60" fmla="*/ 4422913 h 4671391"/>
              <a:gd name="connsiteX61" fmla="*/ 5009322 w 9342783"/>
              <a:gd name="connsiteY61" fmla="*/ 3747052 h 4671391"/>
              <a:gd name="connsiteX62" fmla="*/ 5019261 w 9342783"/>
              <a:gd name="connsiteY62" fmla="*/ 3717235 h 4671391"/>
              <a:gd name="connsiteX63" fmla="*/ 5049078 w 9342783"/>
              <a:gd name="connsiteY63" fmla="*/ 3707296 h 4671391"/>
              <a:gd name="connsiteX64" fmla="*/ 5128591 w 9342783"/>
              <a:gd name="connsiteY64" fmla="*/ 3697357 h 4671391"/>
              <a:gd name="connsiteX65" fmla="*/ 5466522 w 9342783"/>
              <a:gd name="connsiteY65" fmla="*/ 3687417 h 4671391"/>
              <a:gd name="connsiteX66" fmla="*/ 5565913 w 9342783"/>
              <a:gd name="connsiteY66" fmla="*/ 3677478 h 4671391"/>
              <a:gd name="connsiteX67" fmla="*/ 5874026 w 9342783"/>
              <a:gd name="connsiteY67" fmla="*/ 3697357 h 4671391"/>
              <a:gd name="connsiteX68" fmla="*/ 5943600 w 9342783"/>
              <a:gd name="connsiteY68" fmla="*/ 3707296 h 4671391"/>
              <a:gd name="connsiteX69" fmla="*/ 5983357 w 9342783"/>
              <a:gd name="connsiteY69" fmla="*/ 3717235 h 4671391"/>
              <a:gd name="connsiteX70" fmla="*/ 6042991 w 9342783"/>
              <a:gd name="connsiteY70" fmla="*/ 3737113 h 4671391"/>
              <a:gd name="connsiteX71" fmla="*/ 6102626 w 9342783"/>
              <a:gd name="connsiteY71" fmla="*/ 3747052 h 4671391"/>
              <a:gd name="connsiteX72" fmla="*/ 6142383 w 9342783"/>
              <a:gd name="connsiteY72" fmla="*/ 3766931 h 4671391"/>
              <a:gd name="connsiteX73" fmla="*/ 6172200 w 9342783"/>
              <a:gd name="connsiteY73" fmla="*/ 3776870 h 4671391"/>
              <a:gd name="connsiteX74" fmla="*/ 6510131 w 9342783"/>
              <a:gd name="connsiteY74" fmla="*/ 3796748 h 4671391"/>
              <a:gd name="connsiteX75" fmla="*/ 6639339 w 9342783"/>
              <a:gd name="connsiteY75" fmla="*/ 3816626 h 4671391"/>
              <a:gd name="connsiteX76" fmla="*/ 6669157 w 9342783"/>
              <a:gd name="connsiteY76" fmla="*/ 3826565 h 4671391"/>
              <a:gd name="connsiteX77" fmla="*/ 6818244 w 9342783"/>
              <a:gd name="connsiteY77" fmla="*/ 3836504 h 4671391"/>
              <a:gd name="connsiteX78" fmla="*/ 6907696 w 9342783"/>
              <a:gd name="connsiteY78" fmla="*/ 3856383 h 4671391"/>
              <a:gd name="connsiteX79" fmla="*/ 6967331 w 9342783"/>
              <a:gd name="connsiteY79" fmla="*/ 3876261 h 4671391"/>
              <a:gd name="connsiteX80" fmla="*/ 6997148 w 9342783"/>
              <a:gd name="connsiteY80" fmla="*/ 3886200 h 4671391"/>
              <a:gd name="connsiteX81" fmla="*/ 7036904 w 9342783"/>
              <a:gd name="connsiteY81" fmla="*/ 3896139 h 4671391"/>
              <a:gd name="connsiteX82" fmla="*/ 7096539 w 9342783"/>
              <a:gd name="connsiteY82" fmla="*/ 3916017 h 4671391"/>
              <a:gd name="connsiteX83" fmla="*/ 7106478 w 9342783"/>
              <a:gd name="connsiteY83" fmla="*/ 3945835 h 4671391"/>
              <a:gd name="connsiteX84" fmla="*/ 7156174 w 9342783"/>
              <a:gd name="connsiteY84" fmla="*/ 3985591 h 4671391"/>
              <a:gd name="connsiteX85" fmla="*/ 7195931 w 9342783"/>
              <a:gd name="connsiteY85" fmla="*/ 4025348 h 4671391"/>
              <a:gd name="connsiteX86" fmla="*/ 7235687 w 9342783"/>
              <a:gd name="connsiteY86" fmla="*/ 4075044 h 4671391"/>
              <a:gd name="connsiteX87" fmla="*/ 7265504 w 9342783"/>
              <a:gd name="connsiteY87" fmla="*/ 4094922 h 4671391"/>
              <a:gd name="connsiteX88" fmla="*/ 7315200 w 9342783"/>
              <a:gd name="connsiteY88" fmla="*/ 4134678 h 4671391"/>
              <a:gd name="connsiteX89" fmla="*/ 7354957 w 9342783"/>
              <a:gd name="connsiteY89" fmla="*/ 4144617 h 4671391"/>
              <a:gd name="connsiteX90" fmla="*/ 7414591 w 9342783"/>
              <a:gd name="connsiteY90" fmla="*/ 4164496 h 4671391"/>
              <a:gd name="connsiteX91" fmla="*/ 7444409 w 9342783"/>
              <a:gd name="connsiteY91" fmla="*/ 4174435 h 4671391"/>
              <a:gd name="connsiteX92" fmla="*/ 7474226 w 9342783"/>
              <a:gd name="connsiteY92" fmla="*/ 4184374 h 4671391"/>
              <a:gd name="connsiteX93" fmla="*/ 7603435 w 9342783"/>
              <a:gd name="connsiteY93" fmla="*/ 4194313 h 4671391"/>
              <a:gd name="connsiteX94" fmla="*/ 7752522 w 9342783"/>
              <a:gd name="connsiteY94" fmla="*/ 4224131 h 4671391"/>
              <a:gd name="connsiteX95" fmla="*/ 7802218 w 9342783"/>
              <a:gd name="connsiteY95" fmla="*/ 4234070 h 4671391"/>
              <a:gd name="connsiteX96" fmla="*/ 7871791 w 9342783"/>
              <a:gd name="connsiteY96" fmla="*/ 4224131 h 4671391"/>
              <a:gd name="connsiteX97" fmla="*/ 8001000 w 9342783"/>
              <a:gd name="connsiteY97" fmla="*/ 4204252 h 4671391"/>
              <a:gd name="connsiteX98" fmla="*/ 8458200 w 9342783"/>
              <a:gd name="connsiteY98" fmla="*/ 4194313 h 4671391"/>
              <a:gd name="connsiteX99" fmla="*/ 8676861 w 9342783"/>
              <a:gd name="connsiteY99" fmla="*/ 4184374 h 4671391"/>
              <a:gd name="connsiteX100" fmla="*/ 9064487 w 9342783"/>
              <a:gd name="connsiteY100" fmla="*/ 4174435 h 4671391"/>
              <a:gd name="connsiteX101" fmla="*/ 9183757 w 9342783"/>
              <a:gd name="connsiteY101" fmla="*/ 4154557 h 4671391"/>
              <a:gd name="connsiteX102" fmla="*/ 9243391 w 9342783"/>
              <a:gd name="connsiteY102" fmla="*/ 4134678 h 4671391"/>
              <a:gd name="connsiteX103" fmla="*/ 9263270 w 9342783"/>
              <a:gd name="connsiteY103" fmla="*/ 4114800 h 4671391"/>
              <a:gd name="connsiteX104" fmla="*/ 9303026 w 9342783"/>
              <a:gd name="connsiteY104" fmla="*/ 4065104 h 4671391"/>
              <a:gd name="connsiteX105" fmla="*/ 9322904 w 9342783"/>
              <a:gd name="connsiteY105" fmla="*/ 4005470 h 4671391"/>
              <a:gd name="connsiteX106" fmla="*/ 9332844 w 9342783"/>
              <a:gd name="connsiteY106" fmla="*/ 3975652 h 4671391"/>
              <a:gd name="connsiteX107" fmla="*/ 9342783 w 9342783"/>
              <a:gd name="connsiteY107" fmla="*/ 3796748 h 4671391"/>
              <a:gd name="connsiteX108" fmla="*/ 9322904 w 9342783"/>
              <a:gd name="connsiteY108" fmla="*/ 3140765 h 4671391"/>
              <a:gd name="connsiteX109" fmla="*/ 9312965 w 9342783"/>
              <a:gd name="connsiteY109" fmla="*/ 2902226 h 4671391"/>
              <a:gd name="connsiteX110" fmla="*/ 9303026 w 9342783"/>
              <a:gd name="connsiteY110" fmla="*/ 2832652 h 4671391"/>
              <a:gd name="connsiteX111" fmla="*/ 9203635 w 9342783"/>
              <a:gd name="connsiteY111" fmla="*/ 2733261 h 4671391"/>
              <a:gd name="connsiteX112" fmla="*/ 9173818 w 9342783"/>
              <a:gd name="connsiteY112" fmla="*/ 2703444 h 4671391"/>
              <a:gd name="connsiteX113" fmla="*/ 9144000 w 9342783"/>
              <a:gd name="connsiteY113" fmla="*/ 2683565 h 4671391"/>
              <a:gd name="connsiteX114" fmla="*/ 9114183 w 9342783"/>
              <a:gd name="connsiteY114" fmla="*/ 2643809 h 4671391"/>
              <a:gd name="connsiteX115" fmla="*/ 9014791 w 9342783"/>
              <a:gd name="connsiteY115" fmla="*/ 2564296 h 4671391"/>
              <a:gd name="connsiteX116" fmla="*/ 8935278 w 9342783"/>
              <a:gd name="connsiteY116" fmla="*/ 2524539 h 4671391"/>
              <a:gd name="connsiteX117" fmla="*/ 8835887 w 9342783"/>
              <a:gd name="connsiteY117" fmla="*/ 2484783 h 4671391"/>
              <a:gd name="connsiteX118" fmla="*/ 8746435 w 9342783"/>
              <a:gd name="connsiteY118" fmla="*/ 2445026 h 4671391"/>
              <a:gd name="connsiteX119" fmla="*/ 8706678 w 9342783"/>
              <a:gd name="connsiteY119" fmla="*/ 2425148 h 4671391"/>
              <a:gd name="connsiteX120" fmla="*/ 8647044 w 9342783"/>
              <a:gd name="connsiteY120" fmla="*/ 2405270 h 4671391"/>
              <a:gd name="connsiteX121" fmla="*/ 8617226 w 9342783"/>
              <a:gd name="connsiteY121" fmla="*/ 2375452 h 4671391"/>
              <a:gd name="connsiteX122" fmla="*/ 8527774 w 9342783"/>
              <a:gd name="connsiteY122" fmla="*/ 2276061 h 4671391"/>
              <a:gd name="connsiteX123" fmla="*/ 8468139 w 9342783"/>
              <a:gd name="connsiteY123" fmla="*/ 2236304 h 4671391"/>
              <a:gd name="connsiteX124" fmla="*/ 8388626 w 9342783"/>
              <a:gd name="connsiteY124" fmla="*/ 2166731 h 4671391"/>
              <a:gd name="connsiteX125" fmla="*/ 8358809 w 9342783"/>
              <a:gd name="connsiteY125" fmla="*/ 2156791 h 4671391"/>
              <a:gd name="connsiteX126" fmla="*/ 8289235 w 9342783"/>
              <a:gd name="connsiteY126" fmla="*/ 2117035 h 4671391"/>
              <a:gd name="connsiteX127" fmla="*/ 8259418 w 9342783"/>
              <a:gd name="connsiteY127" fmla="*/ 2097157 h 4671391"/>
              <a:gd name="connsiteX128" fmla="*/ 8209722 w 9342783"/>
              <a:gd name="connsiteY128" fmla="*/ 2087217 h 4671391"/>
              <a:gd name="connsiteX129" fmla="*/ 8080513 w 9342783"/>
              <a:gd name="connsiteY129" fmla="*/ 2027583 h 4671391"/>
              <a:gd name="connsiteX130" fmla="*/ 8010939 w 9342783"/>
              <a:gd name="connsiteY130" fmla="*/ 2007704 h 4671391"/>
              <a:gd name="connsiteX131" fmla="*/ 7921487 w 9342783"/>
              <a:gd name="connsiteY131" fmla="*/ 1977887 h 4671391"/>
              <a:gd name="connsiteX132" fmla="*/ 7891670 w 9342783"/>
              <a:gd name="connsiteY132" fmla="*/ 1958009 h 4671391"/>
              <a:gd name="connsiteX133" fmla="*/ 7851913 w 9342783"/>
              <a:gd name="connsiteY133" fmla="*/ 1948070 h 4671391"/>
              <a:gd name="connsiteX134" fmla="*/ 7742583 w 9342783"/>
              <a:gd name="connsiteY134" fmla="*/ 1928191 h 4671391"/>
              <a:gd name="connsiteX135" fmla="*/ 7702826 w 9342783"/>
              <a:gd name="connsiteY135" fmla="*/ 1908313 h 4671391"/>
              <a:gd name="connsiteX136" fmla="*/ 7653131 w 9342783"/>
              <a:gd name="connsiteY136" fmla="*/ 1888435 h 4671391"/>
              <a:gd name="connsiteX137" fmla="*/ 7603435 w 9342783"/>
              <a:gd name="connsiteY137" fmla="*/ 1858617 h 4671391"/>
              <a:gd name="connsiteX138" fmla="*/ 7543800 w 9342783"/>
              <a:gd name="connsiteY138" fmla="*/ 1828800 h 4671391"/>
              <a:gd name="connsiteX139" fmla="*/ 7494104 w 9342783"/>
              <a:gd name="connsiteY139" fmla="*/ 1798983 h 4671391"/>
              <a:gd name="connsiteX140" fmla="*/ 7424531 w 9342783"/>
              <a:gd name="connsiteY140" fmla="*/ 1779104 h 4671391"/>
              <a:gd name="connsiteX141" fmla="*/ 7364896 w 9342783"/>
              <a:gd name="connsiteY141" fmla="*/ 1749287 h 4671391"/>
              <a:gd name="connsiteX142" fmla="*/ 7176052 w 9342783"/>
              <a:gd name="connsiteY142" fmla="*/ 1679713 h 4671391"/>
              <a:gd name="connsiteX143" fmla="*/ 7106478 w 9342783"/>
              <a:gd name="connsiteY143" fmla="*/ 1659835 h 4671391"/>
              <a:gd name="connsiteX144" fmla="*/ 7046844 w 9342783"/>
              <a:gd name="connsiteY144" fmla="*/ 1639957 h 4671391"/>
              <a:gd name="connsiteX145" fmla="*/ 6937513 w 9342783"/>
              <a:gd name="connsiteY145" fmla="*/ 1620078 h 4671391"/>
              <a:gd name="connsiteX146" fmla="*/ 6897757 w 9342783"/>
              <a:gd name="connsiteY146" fmla="*/ 1610139 h 4671391"/>
              <a:gd name="connsiteX147" fmla="*/ 6758609 w 9342783"/>
              <a:gd name="connsiteY147" fmla="*/ 1590261 h 4671391"/>
              <a:gd name="connsiteX148" fmla="*/ 6569765 w 9342783"/>
              <a:gd name="connsiteY148" fmla="*/ 1580322 h 4671391"/>
              <a:gd name="connsiteX149" fmla="*/ 6450496 w 9342783"/>
              <a:gd name="connsiteY149" fmla="*/ 1590261 h 4671391"/>
              <a:gd name="connsiteX150" fmla="*/ 6321287 w 9342783"/>
              <a:gd name="connsiteY150" fmla="*/ 1610139 h 4671391"/>
              <a:gd name="connsiteX151" fmla="*/ 6042991 w 9342783"/>
              <a:gd name="connsiteY151" fmla="*/ 1630017 h 4671391"/>
              <a:gd name="connsiteX152" fmla="*/ 5963478 w 9342783"/>
              <a:gd name="connsiteY152" fmla="*/ 1639957 h 4671391"/>
              <a:gd name="connsiteX153" fmla="*/ 5724939 w 9342783"/>
              <a:gd name="connsiteY153" fmla="*/ 1630017 h 4671391"/>
              <a:gd name="connsiteX154" fmla="*/ 5675244 w 9342783"/>
              <a:gd name="connsiteY154" fmla="*/ 1620078 h 4671391"/>
              <a:gd name="connsiteX155" fmla="*/ 5546035 w 9342783"/>
              <a:gd name="connsiteY155" fmla="*/ 1600200 h 4671391"/>
              <a:gd name="connsiteX156" fmla="*/ 4999383 w 9342783"/>
              <a:gd name="connsiteY156" fmla="*/ 1610139 h 4671391"/>
              <a:gd name="connsiteX157" fmla="*/ 4015409 w 9342783"/>
              <a:gd name="connsiteY157" fmla="*/ 1630017 h 4671391"/>
              <a:gd name="connsiteX158" fmla="*/ 3886200 w 9342783"/>
              <a:gd name="connsiteY158" fmla="*/ 1610139 h 4671391"/>
              <a:gd name="connsiteX159" fmla="*/ 3786809 w 9342783"/>
              <a:gd name="connsiteY159" fmla="*/ 1580322 h 4671391"/>
              <a:gd name="connsiteX160" fmla="*/ 3737113 w 9342783"/>
              <a:gd name="connsiteY160" fmla="*/ 1560444 h 4671391"/>
              <a:gd name="connsiteX161" fmla="*/ 3637722 w 9342783"/>
              <a:gd name="connsiteY161" fmla="*/ 1490870 h 4671391"/>
              <a:gd name="connsiteX162" fmla="*/ 3607904 w 9342783"/>
              <a:gd name="connsiteY162" fmla="*/ 1470991 h 4671391"/>
              <a:gd name="connsiteX163" fmla="*/ 3548270 w 9342783"/>
              <a:gd name="connsiteY163" fmla="*/ 1411357 h 4671391"/>
              <a:gd name="connsiteX164" fmla="*/ 3528391 w 9342783"/>
              <a:gd name="connsiteY164" fmla="*/ 1391478 h 4671391"/>
              <a:gd name="connsiteX165" fmla="*/ 3498574 w 9342783"/>
              <a:gd name="connsiteY165" fmla="*/ 1371600 h 4671391"/>
              <a:gd name="connsiteX166" fmla="*/ 3468757 w 9342783"/>
              <a:gd name="connsiteY166" fmla="*/ 1311965 h 4671391"/>
              <a:gd name="connsiteX167" fmla="*/ 3448878 w 9342783"/>
              <a:gd name="connsiteY167" fmla="*/ 1272209 h 4671391"/>
              <a:gd name="connsiteX168" fmla="*/ 3409122 w 9342783"/>
              <a:gd name="connsiteY168" fmla="*/ 1123122 h 4671391"/>
              <a:gd name="connsiteX169" fmla="*/ 3369365 w 9342783"/>
              <a:gd name="connsiteY169" fmla="*/ 1003852 h 4671391"/>
              <a:gd name="connsiteX170" fmla="*/ 3349487 w 9342783"/>
              <a:gd name="connsiteY170" fmla="*/ 944217 h 4671391"/>
              <a:gd name="connsiteX171" fmla="*/ 3309731 w 9342783"/>
              <a:gd name="connsiteY171" fmla="*/ 805070 h 4671391"/>
              <a:gd name="connsiteX172" fmla="*/ 3260035 w 9342783"/>
              <a:gd name="connsiteY172" fmla="*/ 675861 h 4671391"/>
              <a:gd name="connsiteX173" fmla="*/ 3220278 w 9342783"/>
              <a:gd name="connsiteY173" fmla="*/ 576470 h 4671391"/>
              <a:gd name="connsiteX174" fmla="*/ 3200400 w 9342783"/>
              <a:gd name="connsiteY174" fmla="*/ 546652 h 4671391"/>
              <a:gd name="connsiteX175" fmla="*/ 3190461 w 9342783"/>
              <a:gd name="connsiteY175" fmla="*/ 516835 h 4671391"/>
              <a:gd name="connsiteX176" fmla="*/ 3160644 w 9342783"/>
              <a:gd name="connsiteY176" fmla="*/ 477078 h 4671391"/>
              <a:gd name="connsiteX177" fmla="*/ 3140765 w 9342783"/>
              <a:gd name="connsiteY177" fmla="*/ 447261 h 4671391"/>
              <a:gd name="connsiteX178" fmla="*/ 3071191 w 9342783"/>
              <a:gd name="connsiteY178" fmla="*/ 437322 h 4671391"/>
              <a:gd name="connsiteX179" fmla="*/ 3011557 w 9342783"/>
              <a:gd name="connsiteY179" fmla="*/ 397565 h 4671391"/>
              <a:gd name="connsiteX180" fmla="*/ 2961861 w 9342783"/>
              <a:gd name="connsiteY180" fmla="*/ 367748 h 4671391"/>
              <a:gd name="connsiteX181" fmla="*/ 2882348 w 9342783"/>
              <a:gd name="connsiteY181" fmla="*/ 308113 h 4671391"/>
              <a:gd name="connsiteX182" fmla="*/ 2763078 w 9342783"/>
              <a:gd name="connsiteY182" fmla="*/ 228600 h 4671391"/>
              <a:gd name="connsiteX183" fmla="*/ 2613991 w 9342783"/>
              <a:gd name="connsiteY183" fmla="*/ 119270 h 4671391"/>
              <a:gd name="connsiteX184" fmla="*/ 2584174 w 9342783"/>
              <a:gd name="connsiteY184" fmla="*/ 99391 h 4671391"/>
              <a:gd name="connsiteX185" fmla="*/ 2514600 w 9342783"/>
              <a:gd name="connsiteY185" fmla="*/ 69574 h 4671391"/>
              <a:gd name="connsiteX186" fmla="*/ 2484783 w 9342783"/>
              <a:gd name="connsiteY186" fmla="*/ 49696 h 4671391"/>
              <a:gd name="connsiteX187" fmla="*/ 2405270 w 9342783"/>
              <a:gd name="connsiteY187" fmla="*/ 19878 h 4671391"/>
              <a:gd name="connsiteX188" fmla="*/ 2325757 w 9342783"/>
              <a:gd name="connsiteY188" fmla="*/ 0 h 4671391"/>
              <a:gd name="connsiteX189" fmla="*/ 1828800 w 9342783"/>
              <a:gd name="connsiteY189" fmla="*/ 19878 h 4671391"/>
              <a:gd name="connsiteX190" fmla="*/ 1739348 w 9342783"/>
              <a:gd name="connsiteY190" fmla="*/ 29817 h 4671391"/>
              <a:gd name="connsiteX191" fmla="*/ 1580322 w 9342783"/>
              <a:gd name="connsiteY191" fmla="*/ 39757 h 4671391"/>
              <a:gd name="connsiteX192" fmla="*/ 1441174 w 9342783"/>
              <a:gd name="connsiteY192" fmla="*/ 59635 h 4671391"/>
              <a:gd name="connsiteX193" fmla="*/ 1391478 w 9342783"/>
              <a:gd name="connsiteY193" fmla="*/ 69574 h 4671391"/>
              <a:gd name="connsiteX194" fmla="*/ 1361661 w 9342783"/>
              <a:gd name="connsiteY194" fmla="*/ 79513 h 4671391"/>
              <a:gd name="connsiteX195" fmla="*/ 1262270 w 9342783"/>
              <a:gd name="connsiteY195" fmla="*/ 89452 h 4671391"/>
              <a:gd name="connsiteX196" fmla="*/ 1212574 w 9342783"/>
              <a:gd name="connsiteY196" fmla="*/ 99391 h 4671391"/>
              <a:gd name="connsiteX197" fmla="*/ 1083365 w 9342783"/>
              <a:gd name="connsiteY197" fmla="*/ 119270 h 4671391"/>
              <a:gd name="connsiteX198" fmla="*/ 1033670 w 9342783"/>
              <a:gd name="connsiteY198" fmla="*/ 149087 h 4671391"/>
              <a:gd name="connsiteX199" fmla="*/ 993913 w 9342783"/>
              <a:gd name="connsiteY199" fmla="*/ 168965 h 4671391"/>
              <a:gd name="connsiteX200" fmla="*/ 805070 w 9342783"/>
              <a:gd name="connsiteY200" fmla="*/ 308113 h 4671391"/>
              <a:gd name="connsiteX201" fmla="*/ 665922 w 9342783"/>
              <a:gd name="connsiteY201" fmla="*/ 407504 h 4671391"/>
              <a:gd name="connsiteX202" fmla="*/ 606287 w 9342783"/>
              <a:gd name="connsiteY202" fmla="*/ 467139 h 4671391"/>
              <a:gd name="connsiteX203" fmla="*/ 566531 w 9342783"/>
              <a:gd name="connsiteY203" fmla="*/ 496957 h 4671391"/>
              <a:gd name="connsiteX204" fmla="*/ 536713 w 9342783"/>
              <a:gd name="connsiteY204" fmla="*/ 536713 h 4671391"/>
              <a:gd name="connsiteX205" fmla="*/ 496957 w 9342783"/>
              <a:gd name="connsiteY205" fmla="*/ 566531 h 4671391"/>
              <a:gd name="connsiteX206" fmla="*/ 427383 w 9342783"/>
              <a:gd name="connsiteY206" fmla="*/ 636104 h 4671391"/>
              <a:gd name="connsiteX207" fmla="*/ 407504 w 9342783"/>
              <a:gd name="connsiteY207" fmla="*/ 665922 h 4671391"/>
              <a:gd name="connsiteX208" fmla="*/ 367748 w 9342783"/>
              <a:gd name="connsiteY208" fmla="*/ 685800 h 4671391"/>
              <a:gd name="connsiteX209" fmla="*/ 337931 w 9342783"/>
              <a:gd name="connsiteY209" fmla="*/ 715617 h 4671391"/>
              <a:gd name="connsiteX210" fmla="*/ 308113 w 9342783"/>
              <a:gd name="connsiteY210" fmla="*/ 735496 h 4671391"/>
              <a:gd name="connsiteX211" fmla="*/ 268357 w 9342783"/>
              <a:gd name="connsiteY211" fmla="*/ 785191 h 4671391"/>
              <a:gd name="connsiteX212" fmla="*/ 248478 w 9342783"/>
              <a:gd name="connsiteY212" fmla="*/ 805070 h 4671391"/>
              <a:gd name="connsiteX213" fmla="*/ 208722 w 9342783"/>
              <a:gd name="connsiteY213" fmla="*/ 874644 h 4671391"/>
              <a:gd name="connsiteX214" fmla="*/ 168965 w 9342783"/>
              <a:gd name="connsiteY214" fmla="*/ 934278 h 4671391"/>
              <a:gd name="connsiteX215" fmla="*/ 129209 w 9342783"/>
              <a:gd name="connsiteY215" fmla="*/ 1003852 h 4671391"/>
              <a:gd name="connsiteX216" fmla="*/ 89452 w 9342783"/>
              <a:gd name="connsiteY216" fmla="*/ 1073426 h 4671391"/>
              <a:gd name="connsiteX217" fmla="*/ 79513 w 9342783"/>
              <a:gd name="connsiteY217" fmla="*/ 1103244 h 4671391"/>
              <a:gd name="connsiteX218" fmla="*/ 69574 w 9342783"/>
              <a:gd name="connsiteY218" fmla="*/ 1143000 h 4671391"/>
              <a:gd name="connsiteX219" fmla="*/ 49696 w 9342783"/>
              <a:gd name="connsiteY219" fmla="*/ 1192696 h 4671391"/>
              <a:gd name="connsiteX220" fmla="*/ 39757 w 9342783"/>
              <a:gd name="connsiteY220" fmla="*/ 1232452 h 4671391"/>
              <a:gd name="connsiteX221" fmla="*/ 19878 w 9342783"/>
              <a:gd name="connsiteY221" fmla="*/ 1292087 h 4671391"/>
              <a:gd name="connsiteX222" fmla="*/ 9939 w 9342783"/>
              <a:gd name="connsiteY222" fmla="*/ 1321904 h 4671391"/>
              <a:gd name="connsiteX223" fmla="*/ 0 w 9342783"/>
              <a:gd name="connsiteY223" fmla="*/ 1361661 h 4671391"/>
              <a:gd name="connsiteX224" fmla="*/ 9939 w 9342783"/>
              <a:gd name="connsiteY224" fmla="*/ 1639957 h 4671391"/>
              <a:gd name="connsiteX225" fmla="*/ 29818 w 9342783"/>
              <a:gd name="connsiteY225" fmla="*/ 1699591 h 4671391"/>
              <a:gd name="connsiteX226" fmla="*/ 69574 w 9342783"/>
              <a:gd name="connsiteY226" fmla="*/ 1749287 h 4671391"/>
              <a:gd name="connsiteX227" fmla="*/ 79513 w 9342783"/>
              <a:gd name="connsiteY227" fmla="*/ 1779104 h 4671391"/>
              <a:gd name="connsiteX228" fmla="*/ 99391 w 9342783"/>
              <a:gd name="connsiteY228" fmla="*/ 1808922 h 4671391"/>
              <a:gd name="connsiteX229" fmla="*/ 168965 w 9342783"/>
              <a:gd name="connsiteY229" fmla="*/ 1938131 h 4671391"/>
              <a:gd name="connsiteX230" fmla="*/ 198783 w 9342783"/>
              <a:gd name="connsiteY230" fmla="*/ 1967948 h 4671391"/>
              <a:gd name="connsiteX231" fmla="*/ 218661 w 9342783"/>
              <a:gd name="connsiteY231" fmla="*/ 2027583 h 4671391"/>
              <a:gd name="connsiteX232" fmla="*/ 258418 w 9342783"/>
              <a:gd name="connsiteY232" fmla="*/ 2107096 h 4671391"/>
              <a:gd name="connsiteX233" fmla="*/ 268357 w 9342783"/>
              <a:gd name="connsiteY233" fmla="*/ 2136913 h 4671391"/>
              <a:gd name="connsiteX234" fmla="*/ 288235 w 9342783"/>
              <a:gd name="connsiteY234" fmla="*/ 2166731 h 4671391"/>
              <a:gd name="connsiteX235" fmla="*/ 308113 w 9342783"/>
              <a:gd name="connsiteY235" fmla="*/ 2226365 h 4671391"/>
              <a:gd name="connsiteX236" fmla="*/ 337931 w 9342783"/>
              <a:gd name="connsiteY236" fmla="*/ 2236304 h 4671391"/>
              <a:gd name="connsiteX237" fmla="*/ 467139 w 9342783"/>
              <a:gd name="connsiteY237" fmla="*/ 2315817 h 4671391"/>
              <a:gd name="connsiteX238" fmla="*/ 516835 w 9342783"/>
              <a:gd name="connsiteY238" fmla="*/ 2355574 h 4671391"/>
              <a:gd name="connsiteX239" fmla="*/ 616226 w 9342783"/>
              <a:gd name="connsiteY239" fmla="*/ 2454965 h 4671391"/>
              <a:gd name="connsiteX240" fmla="*/ 685800 w 9342783"/>
              <a:gd name="connsiteY240" fmla="*/ 2554357 h 4671391"/>
              <a:gd name="connsiteX241" fmla="*/ 725557 w 9342783"/>
              <a:gd name="connsiteY241" fmla="*/ 2653748 h 4671391"/>
              <a:gd name="connsiteX242" fmla="*/ 755374 w 9342783"/>
              <a:gd name="connsiteY242" fmla="*/ 2703444 h 4671391"/>
              <a:gd name="connsiteX243" fmla="*/ 805070 w 9342783"/>
              <a:gd name="connsiteY243" fmla="*/ 2802835 h 4671391"/>
              <a:gd name="connsiteX244" fmla="*/ 834887 w 9342783"/>
              <a:gd name="connsiteY244" fmla="*/ 2842591 h 4671391"/>
              <a:gd name="connsiteX245" fmla="*/ 854765 w 9342783"/>
              <a:gd name="connsiteY245" fmla="*/ 2882348 h 4671391"/>
              <a:gd name="connsiteX246" fmla="*/ 874644 w 9342783"/>
              <a:gd name="connsiteY246" fmla="*/ 2902226 h 4671391"/>
              <a:gd name="connsiteX247" fmla="*/ 894522 w 9342783"/>
              <a:gd name="connsiteY247" fmla="*/ 2932044 h 4671391"/>
              <a:gd name="connsiteX248" fmla="*/ 954157 w 9342783"/>
              <a:gd name="connsiteY248" fmla="*/ 2991678 h 4671391"/>
              <a:gd name="connsiteX249" fmla="*/ 983974 w 9342783"/>
              <a:gd name="connsiteY249" fmla="*/ 3101009 h 4671391"/>
              <a:gd name="connsiteX250" fmla="*/ 1003852 w 9342783"/>
              <a:gd name="connsiteY250" fmla="*/ 3190461 h 4671391"/>
              <a:gd name="connsiteX251" fmla="*/ 1013791 w 9342783"/>
              <a:gd name="connsiteY251" fmla="*/ 3250096 h 4671391"/>
              <a:gd name="connsiteX252" fmla="*/ 1023731 w 9342783"/>
              <a:gd name="connsiteY252" fmla="*/ 3299791 h 4671391"/>
              <a:gd name="connsiteX253" fmla="*/ 1033670 w 9342783"/>
              <a:gd name="connsiteY253" fmla="*/ 3339548 h 4671391"/>
              <a:gd name="connsiteX254" fmla="*/ 1053548 w 9342783"/>
              <a:gd name="connsiteY254" fmla="*/ 3448878 h 4671391"/>
              <a:gd name="connsiteX255" fmla="*/ 1063487 w 9342783"/>
              <a:gd name="connsiteY255" fmla="*/ 3478696 h 4671391"/>
              <a:gd name="connsiteX256" fmla="*/ 1073426 w 9342783"/>
              <a:gd name="connsiteY256" fmla="*/ 3518452 h 4671391"/>
              <a:gd name="connsiteX257" fmla="*/ 1053548 w 9342783"/>
              <a:gd name="connsiteY257" fmla="*/ 3826565 h 4671391"/>
              <a:gd name="connsiteX258" fmla="*/ 1033670 w 9342783"/>
              <a:gd name="connsiteY258" fmla="*/ 3965713 h 4671391"/>
              <a:gd name="connsiteX259" fmla="*/ 1023731 w 9342783"/>
              <a:gd name="connsiteY259" fmla="*/ 3995531 h 4671391"/>
              <a:gd name="connsiteX260" fmla="*/ 974035 w 9342783"/>
              <a:gd name="connsiteY260" fmla="*/ 4035287 h 4671391"/>
              <a:gd name="connsiteX261" fmla="*/ 924339 w 9342783"/>
              <a:gd name="connsiteY261" fmla="*/ 4084983 h 4671391"/>
              <a:gd name="connsiteX262" fmla="*/ 834887 w 9342783"/>
              <a:gd name="connsiteY262" fmla="*/ 4134678 h 4671391"/>
              <a:gd name="connsiteX263" fmla="*/ 815009 w 9342783"/>
              <a:gd name="connsiteY263" fmla="*/ 4154557 h 4671391"/>
              <a:gd name="connsiteX264" fmla="*/ 785191 w 9342783"/>
              <a:gd name="connsiteY264" fmla="*/ 4164496 h 4671391"/>
              <a:gd name="connsiteX265" fmla="*/ 755374 w 9342783"/>
              <a:gd name="connsiteY265" fmla="*/ 4184374 h 4671391"/>
              <a:gd name="connsiteX266" fmla="*/ 735496 w 9342783"/>
              <a:gd name="connsiteY266" fmla="*/ 4214191 h 4671391"/>
              <a:gd name="connsiteX267" fmla="*/ 685800 w 9342783"/>
              <a:gd name="connsiteY267" fmla="*/ 4253948 h 4671391"/>
              <a:gd name="connsiteX268" fmla="*/ 655983 w 9342783"/>
              <a:gd name="connsiteY268" fmla="*/ 4263887 h 4671391"/>
              <a:gd name="connsiteX269" fmla="*/ 636104 w 9342783"/>
              <a:gd name="connsiteY269" fmla="*/ 4283765 h 4671391"/>
              <a:gd name="connsiteX270" fmla="*/ 566531 w 9342783"/>
              <a:gd name="connsiteY270" fmla="*/ 4283765 h 4671391"/>
              <a:gd name="connsiteX271" fmla="*/ 347870 w 9342783"/>
              <a:gd name="connsiteY271" fmla="*/ 4293704 h 4671391"/>
              <a:gd name="connsiteX272" fmla="*/ 288235 w 9342783"/>
              <a:gd name="connsiteY272" fmla="*/ 4313583 h 4671391"/>
              <a:gd name="connsiteX273" fmla="*/ 258418 w 9342783"/>
              <a:gd name="connsiteY273" fmla="*/ 4333461 h 4671391"/>
              <a:gd name="connsiteX274" fmla="*/ 248478 w 9342783"/>
              <a:gd name="connsiteY274" fmla="*/ 4343400 h 467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9342783" h="4671391">
                <a:moveTo>
                  <a:pt x="318052" y="4293704"/>
                </a:moveTo>
                <a:cubicBezTo>
                  <a:pt x="321365" y="4326835"/>
                  <a:pt x="316038" y="4362019"/>
                  <a:pt x="327991" y="4393096"/>
                </a:cubicBezTo>
                <a:cubicBezTo>
                  <a:pt x="333938" y="4408557"/>
                  <a:pt x="355171" y="4412132"/>
                  <a:pt x="367748" y="4422913"/>
                </a:cubicBezTo>
                <a:cubicBezTo>
                  <a:pt x="378420" y="4432061"/>
                  <a:pt x="385278" y="4445905"/>
                  <a:pt x="397565" y="4452731"/>
                </a:cubicBezTo>
                <a:cubicBezTo>
                  <a:pt x="417363" y="4463730"/>
                  <a:pt x="471291" y="4476132"/>
                  <a:pt x="496957" y="4482548"/>
                </a:cubicBezTo>
                <a:cubicBezTo>
                  <a:pt x="544264" y="4514086"/>
                  <a:pt x="508182" y="4494860"/>
                  <a:pt x="566531" y="4512365"/>
                </a:cubicBezTo>
                <a:cubicBezTo>
                  <a:pt x="586601" y="4518386"/>
                  <a:pt x="606287" y="4525618"/>
                  <a:pt x="626165" y="4532244"/>
                </a:cubicBezTo>
                <a:lnTo>
                  <a:pt x="715618" y="4562061"/>
                </a:lnTo>
                <a:cubicBezTo>
                  <a:pt x="725557" y="4565374"/>
                  <a:pt x="735271" y="4569459"/>
                  <a:pt x="745435" y="4572000"/>
                </a:cubicBezTo>
                <a:lnTo>
                  <a:pt x="824948" y="4591878"/>
                </a:lnTo>
                <a:cubicBezTo>
                  <a:pt x="887896" y="4588565"/>
                  <a:pt x="950942" y="4586773"/>
                  <a:pt x="1013791" y="4581939"/>
                </a:cubicBezTo>
                <a:cubicBezTo>
                  <a:pt x="1037149" y="4580142"/>
                  <a:pt x="1060054" y="4574331"/>
                  <a:pt x="1083365" y="4572000"/>
                </a:cubicBezTo>
                <a:cubicBezTo>
                  <a:pt x="1304669" y="4549870"/>
                  <a:pt x="1124194" y="4573788"/>
                  <a:pt x="1311965" y="4552122"/>
                </a:cubicBezTo>
                <a:cubicBezTo>
                  <a:pt x="1365034" y="4545999"/>
                  <a:pt x="1418297" y="4541027"/>
                  <a:pt x="1470991" y="4532244"/>
                </a:cubicBezTo>
                <a:cubicBezTo>
                  <a:pt x="1490869" y="4528931"/>
                  <a:pt x="1510573" y="4524309"/>
                  <a:pt x="1530626" y="4522304"/>
                </a:cubicBezTo>
                <a:cubicBezTo>
                  <a:pt x="1576896" y="4517677"/>
                  <a:pt x="1623448" y="4516393"/>
                  <a:pt x="1669774" y="4512365"/>
                </a:cubicBezTo>
                <a:cubicBezTo>
                  <a:pt x="1926727" y="4490022"/>
                  <a:pt x="1504667" y="4515154"/>
                  <a:pt x="1958009" y="4492487"/>
                </a:cubicBezTo>
                <a:cubicBezTo>
                  <a:pt x="2032948" y="4467507"/>
                  <a:pt x="1940582" y="4501202"/>
                  <a:pt x="2017644" y="4462670"/>
                </a:cubicBezTo>
                <a:cubicBezTo>
                  <a:pt x="2061234" y="4440875"/>
                  <a:pt x="2070476" y="4442164"/>
                  <a:pt x="2117035" y="4432852"/>
                </a:cubicBezTo>
                <a:cubicBezTo>
                  <a:pt x="2130287" y="4426226"/>
                  <a:pt x="2142735" y="4417659"/>
                  <a:pt x="2156791" y="4412974"/>
                </a:cubicBezTo>
                <a:cubicBezTo>
                  <a:pt x="2248734" y="4382327"/>
                  <a:pt x="2214609" y="4401926"/>
                  <a:pt x="2295939" y="4383157"/>
                </a:cubicBezTo>
                <a:cubicBezTo>
                  <a:pt x="2319441" y="4377733"/>
                  <a:pt x="2342114" y="4369128"/>
                  <a:pt x="2365513" y="4363278"/>
                </a:cubicBezTo>
                <a:cubicBezTo>
                  <a:pt x="2381902" y="4359181"/>
                  <a:pt x="2398718" y="4357004"/>
                  <a:pt x="2415209" y="4353339"/>
                </a:cubicBezTo>
                <a:cubicBezTo>
                  <a:pt x="2428544" y="4350376"/>
                  <a:pt x="2441570" y="4346079"/>
                  <a:pt x="2454965" y="4343400"/>
                </a:cubicBezTo>
                <a:cubicBezTo>
                  <a:pt x="2474726" y="4339448"/>
                  <a:pt x="2494839" y="4337413"/>
                  <a:pt x="2514600" y="4333461"/>
                </a:cubicBezTo>
                <a:cubicBezTo>
                  <a:pt x="2527995" y="4330782"/>
                  <a:pt x="2540817" y="4325327"/>
                  <a:pt x="2554357" y="4323522"/>
                </a:cubicBezTo>
                <a:cubicBezTo>
                  <a:pt x="2590630" y="4318686"/>
                  <a:pt x="2627344" y="4317859"/>
                  <a:pt x="2663687" y="4313583"/>
                </a:cubicBezTo>
                <a:cubicBezTo>
                  <a:pt x="2702364" y="4309033"/>
                  <a:pt x="2768716" y="4295138"/>
                  <a:pt x="2802835" y="4283765"/>
                </a:cubicBezTo>
                <a:lnTo>
                  <a:pt x="2862470" y="4263887"/>
                </a:lnTo>
                <a:cubicBezTo>
                  <a:pt x="2872409" y="4257261"/>
                  <a:pt x="2881603" y="4249351"/>
                  <a:pt x="2892287" y="4244009"/>
                </a:cubicBezTo>
                <a:cubicBezTo>
                  <a:pt x="2913600" y="4233352"/>
                  <a:pt x="2951385" y="4228668"/>
                  <a:pt x="2971800" y="4224131"/>
                </a:cubicBezTo>
                <a:cubicBezTo>
                  <a:pt x="2985135" y="4221168"/>
                  <a:pt x="2998200" y="4217053"/>
                  <a:pt x="3011557" y="4214191"/>
                </a:cubicBezTo>
                <a:cubicBezTo>
                  <a:pt x="3044593" y="4207112"/>
                  <a:pt x="3077818" y="4200939"/>
                  <a:pt x="3110948" y="4194313"/>
                </a:cubicBezTo>
                <a:cubicBezTo>
                  <a:pt x="3127513" y="4191000"/>
                  <a:pt x="3143881" y="4186469"/>
                  <a:pt x="3160644" y="4184374"/>
                </a:cubicBezTo>
                <a:lnTo>
                  <a:pt x="3240157" y="4174435"/>
                </a:lnTo>
                <a:cubicBezTo>
                  <a:pt x="3313044" y="4177748"/>
                  <a:pt x="3386848" y="4172379"/>
                  <a:pt x="3458818" y="4184374"/>
                </a:cubicBezTo>
                <a:cubicBezTo>
                  <a:pt x="3470601" y="4186338"/>
                  <a:pt x="3470250" y="4205744"/>
                  <a:pt x="3478696" y="4214191"/>
                </a:cubicBezTo>
                <a:cubicBezTo>
                  <a:pt x="3487143" y="4222638"/>
                  <a:pt x="3499585" y="4226134"/>
                  <a:pt x="3508513" y="4234070"/>
                </a:cubicBezTo>
                <a:cubicBezTo>
                  <a:pt x="3529524" y="4252747"/>
                  <a:pt x="3543004" y="4281131"/>
                  <a:pt x="3568148" y="4293704"/>
                </a:cubicBezTo>
                <a:cubicBezTo>
                  <a:pt x="3600284" y="4309773"/>
                  <a:pt x="3607547" y="4308167"/>
                  <a:pt x="3627783" y="4333461"/>
                </a:cubicBezTo>
                <a:cubicBezTo>
                  <a:pt x="3635245" y="4342789"/>
                  <a:pt x="3639215" y="4354831"/>
                  <a:pt x="3647661" y="4363278"/>
                </a:cubicBezTo>
                <a:cubicBezTo>
                  <a:pt x="3656108" y="4371725"/>
                  <a:pt x="3668150" y="4375695"/>
                  <a:pt x="3677478" y="4383157"/>
                </a:cubicBezTo>
                <a:cubicBezTo>
                  <a:pt x="3704146" y="4404491"/>
                  <a:pt x="3694273" y="4404148"/>
                  <a:pt x="3717235" y="4432852"/>
                </a:cubicBezTo>
                <a:cubicBezTo>
                  <a:pt x="3738250" y="4459121"/>
                  <a:pt x="3769486" y="4474313"/>
                  <a:pt x="3796748" y="4492487"/>
                </a:cubicBezTo>
                <a:lnTo>
                  <a:pt x="3826565" y="4512365"/>
                </a:lnTo>
                <a:cubicBezTo>
                  <a:pt x="3836504" y="4518991"/>
                  <a:pt x="3845050" y="4528466"/>
                  <a:pt x="3856383" y="4532244"/>
                </a:cubicBezTo>
                <a:cubicBezTo>
                  <a:pt x="3866322" y="4535557"/>
                  <a:pt x="3875845" y="4540590"/>
                  <a:pt x="3886200" y="4542183"/>
                </a:cubicBezTo>
                <a:cubicBezTo>
                  <a:pt x="4085288" y="4572812"/>
                  <a:pt x="3893894" y="4533527"/>
                  <a:pt x="4065104" y="4562061"/>
                </a:cubicBezTo>
                <a:cubicBezTo>
                  <a:pt x="4095147" y="4567068"/>
                  <a:pt x="4137984" y="4583041"/>
                  <a:pt x="4164496" y="4591878"/>
                </a:cubicBezTo>
                <a:cubicBezTo>
                  <a:pt x="4174435" y="4595191"/>
                  <a:pt x="4184586" y="4597926"/>
                  <a:pt x="4194313" y="4601817"/>
                </a:cubicBezTo>
                <a:cubicBezTo>
                  <a:pt x="4210878" y="4608443"/>
                  <a:pt x="4226920" y="4616569"/>
                  <a:pt x="4244009" y="4621696"/>
                </a:cubicBezTo>
                <a:cubicBezTo>
                  <a:pt x="4260190" y="4626550"/>
                  <a:pt x="4277139" y="4628322"/>
                  <a:pt x="4293704" y="4631635"/>
                </a:cubicBezTo>
                <a:cubicBezTo>
                  <a:pt x="4306956" y="4638261"/>
                  <a:pt x="4319405" y="4646828"/>
                  <a:pt x="4333461" y="4651513"/>
                </a:cubicBezTo>
                <a:cubicBezTo>
                  <a:pt x="4349488" y="4656855"/>
                  <a:pt x="4366291" y="4660488"/>
                  <a:pt x="4383157" y="4661452"/>
                </a:cubicBezTo>
                <a:cubicBezTo>
                  <a:pt x="4482442" y="4667125"/>
                  <a:pt x="4581940" y="4668078"/>
                  <a:pt x="4681331" y="4671391"/>
                </a:cubicBezTo>
                <a:cubicBezTo>
                  <a:pt x="4757531" y="4668078"/>
                  <a:pt x="4833884" y="4667302"/>
                  <a:pt x="4909931" y="4661452"/>
                </a:cubicBezTo>
                <a:cubicBezTo>
                  <a:pt x="4920377" y="4660648"/>
                  <a:pt x="4931567" y="4658058"/>
                  <a:pt x="4939748" y="4651513"/>
                </a:cubicBezTo>
                <a:cubicBezTo>
                  <a:pt x="4949076" y="4644051"/>
                  <a:pt x="4953000" y="4631635"/>
                  <a:pt x="4959626" y="4621696"/>
                </a:cubicBezTo>
                <a:cubicBezTo>
                  <a:pt x="4962939" y="4611757"/>
                  <a:pt x="4967292" y="4602105"/>
                  <a:pt x="4969565" y="4591878"/>
                </a:cubicBezTo>
                <a:cubicBezTo>
                  <a:pt x="4979168" y="4548662"/>
                  <a:pt x="4981521" y="4506245"/>
                  <a:pt x="4989444" y="4462670"/>
                </a:cubicBezTo>
                <a:cubicBezTo>
                  <a:pt x="4991888" y="4449230"/>
                  <a:pt x="4996070" y="4436165"/>
                  <a:pt x="4999383" y="4422913"/>
                </a:cubicBezTo>
                <a:cubicBezTo>
                  <a:pt x="5002696" y="4197626"/>
                  <a:pt x="5002978" y="3972274"/>
                  <a:pt x="5009322" y="3747052"/>
                </a:cubicBezTo>
                <a:cubicBezTo>
                  <a:pt x="5009617" y="3736580"/>
                  <a:pt x="5011853" y="3724643"/>
                  <a:pt x="5019261" y="3717235"/>
                </a:cubicBezTo>
                <a:cubicBezTo>
                  <a:pt x="5026669" y="3709827"/>
                  <a:pt x="5038770" y="3709170"/>
                  <a:pt x="5049078" y="3707296"/>
                </a:cubicBezTo>
                <a:cubicBezTo>
                  <a:pt x="5075358" y="3702518"/>
                  <a:pt x="5101911" y="3698628"/>
                  <a:pt x="5128591" y="3697357"/>
                </a:cubicBezTo>
                <a:cubicBezTo>
                  <a:pt x="5241156" y="3691997"/>
                  <a:pt x="5353878" y="3690730"/>
                  <a:pt x="5466522" y="3687417"/>
                </a:cubicBezTo>
                <a:cubicBezTo>
                  <a:pt x="5499652" y="3684104"/>
                  <a:pt x="5532627" y="3676666"/>
                  <a:pt x="5565913" y="3677478"/>
                </a:cubicBezTo>
                <a:cubicBezTo>
                  <a:pt x="5668800" y="3679988"/>
                  <a:pt x="5874026" y="3697357"/>
                  <a:pt x="5874026" y="3697357"/>
                </a:cubicBezTo>
                <a:cubicBezTo>
                  <a:pt x="5897217" y="3700670"/>
                  <a:pt x="5920551" y="3703105"/>
                  <a:pt x="5943600" y="3707296"/>
                </a:cubicBezTo>
                <a:cubicBezTo>
                  <a:pt x="5957040" y="3709740"/>
                  <a:pt x="5970273" y="3713310"/>
                  <a:pt x="5983357" y="3717235"/>
                </a:cubicBezTo>
                <a:cubicBezTo>
                  <a:pt x="6003427" y="3723256"/>
                  <a:pt x="6022323" y="3733668"/>
                  <a:pt x="6042991" y="3737113"/>
                </a:cubicBezTo>
                <a:lnTo>
                  <a:pt x="6102626" y="3747052"/>
                </a:lnTo>
                <a:cubicBezTo>
                  <a:pt x="6115878" y="3753678"/>
                  <a:pt x="6128764" y="3761094"/>
                  <a:pt x="6142383" y="3766931"/>
                </a:cubicBezTo>
                <a:cubicBezTo>
                  <a:pt x="6152013" y="3771058"/>
                  <a:pt x="6162126" y="3773992"/>
                  <a:pt x="6172200" y="3776870"/>
                </a:cubicBezTo>
                <a:cubicBezTo>
                  <a:pt x="6289155" y="3810285"/>
                  <a:pt x="6338663" y="3791032"/>
                  <a:pt x="6510131" y="3796748"/>
                </a:cubicBezTo>
                <a:cubicBezTo>
                  <a:pt x="6558413" y="3802783"/>
                  <a:pt x="6593805" y="3805243"/>
                  <a:pt x="6639339" y="3816626"/>
                </a:cubicBezTo>
                <a:cubicBezTo>
                  <a:pt x="6649503" y="3819167"/>
                  <a:pt x="6658744" y="3825408"/>
                  <a:pt x="6669157" y="3826565"/>
                </a:cubicBezTo>
                <a:cubicBezTo>
                  <a:pt x="6718658" y="3832065"/>
                  <a:pt x="6768548" y="3833191"/>
                  <a:pt x="6818244" y="3836504"/>
                </a:cubicBezTo>
                <a:cubicBezTo>
                  <a:pt x="6846608" y="3842177"/>
                  <a:pt x="6879631" y="3847964"/>
                  <a:pt x="6907696" y="3856383"/>
                </a:cubicBezTo>
                <a:cubicBezTo>
                  <a:pt x="6927766" y="3862404"/>
                  <a:pt x="6947453" y="3869635"/>
                  <a:pt x="6967331" y="3876261"/>
                </a:cubicBezTo>
                <a:cubicBezTo>
                  <a:pt x="6977270" y="3879574"/>
                  <a:pt x="6986984" y="3883659"/>
                  <a:pt x="6997148" y="3886200"/>
                </a:cubicBezTo>
                <a:cubicBezTo>
                  <a:pt x="7010400" y="3889513"/>
                  <a:pt x="7023820" y="3892214"/>
                  <a:pt x="7036904" y="3896139"/>
                </a:cubicBezTo>
                <a:cubicBezTo>
                  <a:pt x="7056974" y="3902160"/>
                  <a:pt x="7096539" y="3916017"/>
                  <a:pt x="7096539" y="3916017"/>
                </a:cubicBezTo>
                <a:cubicBezTo>
                  <a:pt x="7099852" y="3925956"/>
                  <a:pt x="7101088" y="3936851"/>
                  <a:pt x="7106478" y="3945835"/>
                </a:cubicBezTo>
                <a:cubicBezTo>
                  <a:pt x="7118418" y="3965735"/>
                  <a:pt x="7139447" y="3971254"/>
                  <a:pt x="7156174" y="3985591"/>
                </a:cubicBezTo>
                <a:cubicBezTo>
                  <a:pt x="7170404" y="3997788"/>
                  <a:pt x="7185535" y="4009754"/>
                  <a:pt x="7195931" y="4025348"/>
                </a:cubicBezTo>
                <a:cubicBezTo>
                  <a:pt x="7210689" y="4047485"/>
                  <a:pt x="7215457" y="4058859"/>
                  <a:pt x="7235687" y="4075044"/>
                </a:cubicBezTo>
                <a:cubicBezTo>
                  <a:pt x="7245015" y="4082506"/>
                  <a:pt x="7256176" y="4087460"/>
                  <a:pt x="7265504" y="4094922"/>
                </a:cubicBezTo>
                <a:cubicBezTo>
                  <a:pt x="7290164" y="4114649"/>
                  <a:pt x="7282259" y="4120561"/>
                  <a:pt x="7315200" y="4134678"/>
                </a:cubicBezTo>
                <a:cubicBezTo>
                  <a:pt x="7327756" y="4140059"/>
                  <a:pt x="7341873" y="4140692"/>
                  <a:pt x="7354957" y="4144617"/>
                </a:cubicBezTo>
                <a:cubicBezTo>
                  <a:pt x="7375027" y="4150638"/>
                  <a:pt x="7394713" y="4157870"/>
                  <a:pt x="7414591" y="4164496"/>
                </a:cubicBezTo>
                <a:lnTo>
                  <a:pt x="7444409" y="4174435"/>
                </a:lnTo>
                <a:cubicBezTo>
                  <a:pt x="7454348" y="4177748"/>
                  <a:pt x="7463780" y="4183570"/>
                  <a:pt x="7474226" y="4184374"/>
                </a:cubicBezTo>
                <a:lnTo>
                  <a:pt x="7603435" y="4194313"/>
                </a:lnTo>
                <a:cubicBezTo>
                  <a:pt x="7679908" y="4219804"/>
                  <a:pt x="7590527" y="4191733"/>
                  <a:pt x="7752522" y="4224131"/>
                </a:cubicBezTo>
                <a:lnTo>
                  <a:pt x="7802218" y="4234070"/>
                </a:lnTo>
                <a:cubicBezTo>
                  <a:pt x="7825409" y="4230757"/>
                  <a:pt x="7848742" y="4228322"/>
                  <a:pt x="7871791" y="4224131"/>
                </a:cubicBezTo>
                <a:cubicBezTo>
                  <a:pt x="7948830" y="4210123"/>
                  <a:pt x="7880014" y="4208651"/>
                  <a:pt x="8001000" y="4204252"/>
                </a:cubicBezTo>
                <a:cubicBezTo>
                  <a:pt x="8153335" y="4198713"/>
                  <a:pt x="8305800" y="4197626"/>
                  <a:pt x="8458200" y="4194313"/>
                </a:cubicBezTo>
                <a:lnTo>
                  <a:pt x="8676861" y="4184374"/>
                </a:lnTo>
                <a:lnTo>
                  <a:pt x="9064487" y="4174435"/>
                </a:lnTo>
                <a:cubicBezTo>
                  <a:pt x="9081404" y="4173699"/>
                  <a:pt x="9161121" y="4160731"/>
                  <a:pt x="9183757" y="4154557"/>
                </a:cubicBezTo>
                <a:cubicBezTo>
                  <a:pt x="9203972" y="4149044"/>
                  <a:pt x="9243391" y="4134678"/>
                  <a:pt x="9243391" y="4134678"/>
                </a:cubicBezTo>
                <a:cubicBezTo>
                  <a:pt x="9250017" y="4128052"/>
                  <a:pt x="9257416" y="4122117"/>
                  <a:pt x="9263270" y="4114800"/>
                </a:cubicBezTo>
                <a:cubicBezTo>
                  <a:pt x="9313433" y="4052097"/>
                  <a:pt x="9255021" y="4113111"/>
                  <a:pt x="9303026" y="4065104"/>
                </a:cubicBezTo>
                <a:lnTo>
                  <a:pt x="9322904" y="4005470"/>
                </a:lnTo>
                <a:lnTo>
                  <a:pt x="9332844" y="3975652"/>
                </a:lnTo>
                <a:cubicBezTo>
                  <a:pt x="9336157" y="3916017"/>
                  <a:pt x="9342783" y="3856475"/>
                  <a:pt x="9342783" y="3796748"/>
                </a:cubicBezTo>
                <a:cubicBezTo>
                  <a:pt x="9342783" y="3732486"/>
                  <a:pt x="9326234" y="3230670"/>
                  <a:pt x="9322904" y="3140765"/>
                </a:cubicBezTo>
                <a:cubicBezTo>
                  <a:pt x="9319958" y="3061238"/>
                  <a:pt x="9318089" y="2981643"/>
                  <a:pt x="9312965" y="2902226"/>
                </a:cubicBezTo>
                <a:cubicBezTo>
                  <a:pt x="9311457" y="2878848"/>
                  <a:pt x="9311436" y="2854517"/>
                  <a:pt x="9303026" y="2832652"/>
                </a:cubicBezTo>
                <a:cubicBezTo>
                  <a:pt x="9269895" y="2746511"/>
                  <a:pt x="9263271" y="2792897"/>
                  <a:pt x="9203635" y="2733261"/>
                </a:cubicBezTo>
                <a:cubicBezTo>
                  <a:pt x="9193696" y="2723322"/>
                  <a:pt x="9184616" y="2712442"/>
                  <a:pt x="9173818" y="2703444"/>
                </a:cubicBezTo>
                <a:cubicBezTo>
                  <a:pt x="9164641" y="2695797"/>
                  <a:pt x="9152447" y="2692012"/>
                  <a:pt x="9144000" y="2683565"/>
                </a:cubicBezTo>
                <a:cubicBezTo>
                  <a:pt x="9132287" y="2671852"/>
                  <a:pt x="9125091" y="2656275"/>
                  <a:pt x="9114183" y="2643809"/>
                </a:cubicBezTo>
                <a:cubicBezTo>
                  <a:pt x="9085421" y="2610938"/>
                  <a:pt x="9054470" y="2584136"/>
                  <a:pt x="9014791" y="2564296"/>
                </a:cubicBezTo>
                <a:cubicBezTo>
                  <a:pt x="8988287" y="2551044"/>
                  <a:pt x="8962791" y="2535544"/>
                  <a:pt x="8935278" y="2524539"/>
                </a:cubicBezTo>
                <a:cubicBezTo>
                  <a:pt x="8902148" y="2511287"/>
                  <a:pt x="8866484" y="2503142"/>
                  <a:pt x="8835887" y="2484783"/>
                </a:cubicBezTo>
                <a:cubicBezTo>
                  <a:pt x="8728521" y="2420363"/>
                  <a:pt x="8837428" y="2479148"/>
                  <a:pt x="8746435" y="2445026"/>
                </a:cubicBezTo>
                <a:cubicBezTo>
                  <a:pt x="8732562" y="2439824"/>
                  <a:pt x="8720435" y="2430651"/>
                  <a:pt x="8706678" y="2425148"/>
                </a:cubicBezTo>
                <a:cubicBezTo>
                  <a:pt x="8687223" y="2417366"/>
                  <a:pt x="8647044" y="2405270"/>
                  <a:pt x="8647044" y="2405270"/>
                </a:cubicBezTo>
                <a:cubicBezTo>
                  <a:pt x="8637105" y="2395331"/>
                  <a:pt x="8626482" y="2386030"/>
                  <a:pt x="8617226" y="2375452"/>
                </a:cubicBezTo>
                <a:cubicBezTo>
                  <a:pt x="8591606" y="2346172"/>
                  <a:pt x="8560698" y="2298011"/>
                  <a:pt x="8527774" y="2276061"/>
                </a:cubicBezTo>
                <a:cubicBezTo>
                  <a:pt x="8507896" y="2262809"/>
                  <a:pt x="8486997" y="2250972"/>
                  <a:pt x="8468139" y="2236304"/>
                </a:cubicBezTo>
                <a:cubicBezTo>
                  <a:pt x="8404175" y="2186554"/>
                  <a:pt x="8478195" y="2222712"/>
                  <a:pt x="8388626" y="2166731"/>
                </a:cubicBezTo>
                <a:cubicBezTo>
                  <a:pt x="8379742" y="2161178"/>
                  <a:pt x="8368180" y="2161476"/>
                  <a:pt x="8358809" y="2156791"/>
                </a:cubicBezTo>
                <a:cubicBezTo>
                  <a:pt x="8334918" y="2144846"/>
                  <a:pt x="8312139" y="2130777"/>
                  <a:pt x="8289235" y="2117035"/>
                </a:cubicBezTo>
                <a:cubicBezTo>
                  <a:pt x="8278992" y="2110889"/>
                  <a:pt x="8270603" y="2101351"/>
                  <a:pt x="8259418" y="2097157"/>
                </a:cubicBezTo>
                <a:cubicBezTo>
                  <a:pt x="8243600" y="2091225"/>
                  <a:pt x="8226287" y="2090530"/>
                  <a:pt x="8209722" y="2087217"/>
                </a:cubicBezTo>
                <a:cubicBezTo>
                  <a:pt x="8165543" y="2065128"/>
                  <a:pt x="8126840" y="2043025"/>
                  <a:pt x="8080513" y="2027583"/>
                </a:cubicBezTo>
                <a:cubicBezTo>
                  <a:pt x="7986521" y="1996253"/>
                  <a:pt x="8087518" y="2036422"/>
                  <a:pt x="8010939" y="2007704"/>
                </a:cubicBezTo>
                <a:cubicBezTo>
                  <a:pt x="7936091" y="1979635"/>
                  <a:pt x="7988100" y="1994540"/>
                  <a:pt x="7921487" y="1977887"/>
                </a:cubicBezTo>
                <a:cubicBezTo>
                  <a:pt x="7911548" y="1971261"/>
                  <a:pt x="7902649" y="1962714"/>
                  <a:pt x="7891670" y="1958009"/>
                </a:cubicBezTo>
                <a:cubicBezTo>
                  <a:pt x="7879114" y="1952628"/>
                  <a:pt x="7865353" y="1950514"/>
                  <a:pt x="7851913" y="1948070"/>
                </a:cubicBezTo>
                <a:cubicBezTo>
                  <a:pt x="7821383" y="1942519"/>
                  <a:pt x="7774415" y="1940128"/>
                  <a:pt x="7742583" y="1928191"/>
                </a:cubicBezTo>
                <a:cubicBezTo>
                  <a:pt x="7728710" y="1922988"/>
                  <a:pt x="7716365" y="1914330"/>
                  <a:pt x="7702826" y="1908313"/>
                </a:cubicBezTo>
                <a:cubicBezTo>
                  <a:pt x="7686523" y="1901067"/>
                  <a:pt x="7669088" y="1896414"/>
                  <a:pt x="7653131" y="1888435"/>
                </a:cubicBezTo>
                <a:cubicBezTo>
                  <a:pt x="7635852" y="1879795"/>
                  <a:pt x="7620395" y="1867868"/>
                  <a:pt x="7603435" y="1858617"/>
                </a:cubicBezTo>
                <a:cubicBezTo>
                  <a:pt x="7583924" y="1847975"/>
                  <a:pt x="7563311" y="1839442"/>
                  <a:pt x="7543800" y="1828800"/>
                </a:cubicBezTo>
                <a:cubicBezTo>
                  <a:pt x="7526841" y="1819550"/>
                  <a:pt x="7511936" y="1806413"/>
                  <a:pt x="7494104" y="1798983"/>
                </a:cubicBezTo>
                <a:cubicBezTo>
                  <a:pt x="7471840" y="1789706"/>
                  <a:pt x="7447042" y="1787762"/>
                  <a:pt x="7424531" y="1779104"/>
                </a:cubicBezTo>
                <a:cubicBezTo>
                  <a:pt x="7403788" y="1771126"/>
                  <a:pt x="7385075" y="1758600"/>
                  <a:pt x="7364896" y="1749287"/>
                </a:cubicBezTo>
                <a:cubicBezTo>
                  <a:pt x="7300426" y="1719532"/>
                  <a:pt x="7246805" y="1699928"/>
                  <a:pt x="7176052" y="1679713"/>
                </a:cubicBezTo>
                <a:cubicBezTo>
                  <a:pt x="7152861" y="1673087"/>
                  <a:pt x="7129531" y="1666928"/>
                  <a:pt x="7106478" y="1659835"/>
                </a:cubicBezTo>
                <a:cubicBezTo>
                  <a:pt x="7086451" y="1653673"/>
                  <a:pt x="7067059" y="1645470"/>
                  <a:pt x="7046844" y="1639957"/>
                </a:cubicBezTo>
                <a:cubicBezTo>
                  <a:pt x="7017515" y="1631958"/>
                  <a:pt x="6965942" y="1625764"/>
                  <a:pt x="6937513" y="1620078"/>
                </a:cubicBezTo>
                <a:cubicBezTo>
                  <a:pt x="6924118" y="1617399"/>
                  <a:pt x="6911231" y="1612385"/>
                  <a:pt x="6897757" y="1610139"/>
                </a:cubicBezTo>
                <a:cubicBezTo>
                  <a:pt x="6851541" y="1602436"/>
                  <a:pt x="6758609" y="1590261"/>
                  <a:pt x="6758609" y="1590261"/>
                </a:cubicBezTo>
                <a:cubicBezTo>
                  <a:pt x="6848304" y="1530464"/>
                  <a:pt x="6805431" y="1566459"/>
                  <a:pt x="6569765" y="1580322"/>
                </a:cubicBezTo>
                <a:cubicBezTo>
                  <a:pt x="6529940" y="1582665"/>
                  <a:pt x="6490171" y="1586085"/>
                  <a:pt x="6450496" y="1590261"/>
                </a:cubicBezTo>
                <a:cubicBezTo>
                  <a:pt x="6328434" y="1603109"/>
                  <a:pt x="6432020" y="1596298"/>
                  <a:pt x="6321287" y="1610139"/>
                </a:cubicBezTo>
                <a:cubicBezTo>
                  <a:pt x="6219640" y="1622845"/>
                  <a:pt x="6152577" y="1623929"/>
                  <a:pt x="6042991" y="1630017"/>
                </a:cubicBezTo>
                <a:cubicBezTo>
                  <a:pt x="6016487" y="1633330"/>
                  <a:pt x="5990189" y="1639957"/>
                  <a:pt x="5963478" y="1639957"/>
                </a:cubicBezTo>
                <a:cubicBezTo>
                  <a:pt x="5883896" y="1639957"/>
                  <a:pt x="5804332" y="1635493"/>
                  <a:pt x="5724939" y="1630017"/>
                </a:cubicBezTo>
                <a:cubicBezTo>
                  <a:pt x="5708086" y="1628855"/>
                  <a:pt x="5691941" y="1622647"/>
                  <a:pt x="5675244" y="1620078"/>
                </a:cubicBezTo>
                <a:cubicBezTo>
                  <a:pt x="5518791" y="1596009"/>
                  <a:pt x="5659982" y="1622989"/>
                  <a:pt x="5546035" y="1600200"/>
                </a:cubicBezTo>
                <a:lnTo>
                  <a:pt x="4999383" y="1610139"/>
                </a:lnTo>
                <a:cubicBezTo>
                  <a:pt x="4030145" y="1623062"/>
                  <a:pt x="4361017" y="1543615"/>
                  <a:pt x="4015409" y="1630017"/>
                </a:cubicBezTo>
                <a:cubicBezTo>
                  <a:pt x="3981995" y="1625244"/>
                  <a:pt x="3920675" y="1617034"/>
                  <a:pt x="3886200" y="1610139"/>
                </a:cubicBezTo>
                <a:cubicBezTo>
                  <a:pt x="3856913" y="1604282"/>
                  <a:pt x="3812162" y="1590463"/>
                  <a:pt x="3786809" y="1580322"/>
                </a:cubicBezTo>
                <a:cubicBezTo>
                  <a:pt x="3770244" y="1573696"/>
                  <a:pt x="3752776" y="1568987"/>
                  <a:pt x="3737113" y="1560444"/>
                </a:cubicBezTo>
                <a:cubicBezTo>
                  <a:pt x="3698449" y="1539355"/>
                  <a:pt x="3672494" y="1515707"/>
                  <a:pt x="3637722" y="1490870"/>
                </a:cubicBezTo>
                <a:cubicBezTo>
                  <a:pt x="3628001" y="1483927"/>
                  <a:pt x="3616832" y="1478927"/>
                  <a:pt x="3607904" y="1470991"/>
                </a:cubicBezTo>
                <a:cubicBezTo>
                  <a:pt x="3586893" y="1452315"/>
                  <a:pt x="3568148" y="1431235"/>
                  <a:pt x="3548270" y="1411357"/>
                </a:cubicBezTo>
                <a:cubicBezTo>
                  <a:pt x="3541644" y="1404731"/>
                  <a:pt x="3536188" y="1396676"/>
                  <a:pt x="3528391" y="1391478"/>
                </a:cubicBezTo>
                <a:lnTo>
                  <a:pt x="3498574" y="1371600"/>
                </a:lnTo>
                <a:cubicBezTo>
                  <a:pt x="3460370" y="1314294"/>
                  <a:pt x="3493449" y="1369579"/>
                  <a:pt x="3468757" y="1311965"/>
                </a:cubicBezTo>
                <a:cubicBezTo>
                  <a:pt x="3462920" y="1298347"/>
                  <a:pt x="3453941" y="1286133"/>
                  <a:pt x="3448878" y="1272209"/>
                </a:cubicBezTo>
                <a:cubicBezTo>
                  <a:pt x="3430745" y="1222344"/>
                  <a:pt x="3424372" y="1173955"/>
                  <a:pt x="3409122" y="1123122"/>
                </a:cubicBezTo>
                <a:cubicBezTo>
                  <a:pt x="3397080" y="1082982"/>
                  <a:pt x="3382617" y="1043609"/>
                  <a:pt x="3369365" y="1003852"/>
                </a:cubicBezTo>
                <a:cubicBezTo>
                  <a:pt x="3362739" y="983974"/>
                  <a:pt x="3355243" y="964364"/>
                  <a:pt x="3349487" y="944217"/>
                </a:cubicBezTo>
                <a:cubicBezTo>
                  <a:pt x="3336235" y="897835"/>
                  <a:pt x="3328733" y="849408"/>
                  <a:pt x="3309731" y="805070"/>
                </a:cubicBezTo>
                <a:cubicBezTo>
                  <a:pt x="3238112" y="637962"/>
                  <a:pt x="3315751" y="824436"/>
                  <a:pt x="3260035" y="675861"/>
                </a:cubicBezTo>
                <a:cubicBezTo>
                  <a:pt x="3247506" y="642450"/>
                  <a:pt x="3240071" y="606160"/>
                  <a:pt x="3220278" y="576470"/>
                </a:cubicBezTo>
                <a:cubicBezTo>
                  <a:pt x="3213652" y="566531"/>
                  <a:pt x="3205742" y="557336"/>
                  <a:pt x="3200400" y="546652"/>
                </a:cubicBezTo>
                <a:cubicBezTo>
                  <a:pt x="3195715" y="537281"/>
                  <a:pt x="3195659" y="525931"/>
                  <a:pt x="3190461" y="516835"/>
                </a:cubicBezTo>
                <a:cubicBezTo>
                  <a:pt x="3182242" y="502452"/>
                  <a:pt x="3170272" y="490558"/>
                  <a:pt x="3160644" y="477078"/>
                </a:cubicBezTo>
                <a:cubicBezTo>
                  <a:pt x="3153701" y="467358"/>
                  <a:pt x="3151681" y="452112"/>
                  <a:pt x="3140765" y="447261"/>
                </a:cubicBezTo>
                <a:cubicBezTo>
                  <a:pt x="3119357" y="437747"/>
                  <a:pt x="3094382" y="440635"/>
                  <a:pt x="3071191" y="437322"/>
                </a:cubicBezTo>
                <a:cubicBezTo>
                  <a:pt x="3011390" y="417388"/>
                  <a:pt x="3071119" y="442237"/>
                  <a:pt x="3011557" y="397565"/>
                </a:cubicBezTo>
                <a:cubicBezTo>
                  <a:pt x="2996102" y="385974"/>
                  <a:pt x="2977744" y="378744"/>
                  <a:pt x="2961861" y="367748"/>
                </a:cubicBezTo>
                <a:cubicBezTo>
                  <a:pt x="2934621" y="348890"/>
                  <a:pt x="2909914" y="326490"/>
                  <a:pt x="2882348" y="308113"/>
                </a:cubicBezTo>
                <a:cubicBezTo>
                  <a:pt x="2842591" y="281609"/>
                  <a:pt x="2800389" y="258449"/>
                  <a:pt x="2763078" y="228600"/>
                </a:cubicBezTo>
                <a:cubicBezTo>
                  <a:pt x="2621577" y="115399"/>
                  <a:pt x="2712374" y="180760"/>
                  <a:pt x="2613991" y="119270"/>
                </a:cubicBezTo>
                <a:cubicBezTo>
                  <a:pt x="2603861" y="112939"/>
                  <a:pt x="2594858" y="104733"/>
                  <a:pt x="2584174" y="99391"/>
                </a:cubicBezTo>
                <a:cubicBezTo>
                  <a:pt x="2472636" y="43620"/>
                  <a:pt x="2659422" y="152328"/>
                  <a:pt x="2514600" y="69574"/>
                </a:cubicBezTo>
                <a:cubicBezTo>
                  <a:pt x="2504229" y="63648"/>
                  <a:pt x="2495467" y="55038"/>
                  <a:pt x="2484783" y="49696"/>
                </a:cubicBezTo>
                <a:cubicBezTo>
                  <a:pt x="2472731" y="43670"/>
                  <a:pt x="2424196" y="25040"/>
                  <a:pt x="2405270" y="19878"/>
                </a:cubicBezTo>
                <a:cubicBezTo>
                  <a:pt x="2378913" y="12690"/>
                  <a:pt x="2325757" y="0"/>
                  <a:pt x="2325757" y="0"/>
                </a:cubicBezTo>
                <a:cubicBezTo>
                  <a:pt x="2135227" y="47631"/>
                  <a:pt x="2331890" y="1584"/>
                  <a:pt x="1828800" y="19878"/>
                </a:cubicBezTo>
                <a:cubicBezTo>
                  <a:pt x="1798819" y="20968"/>
                  <a:pt x="1769253" y="27424"/>
                  <a:pt x="1739348" y="29817"/>
                </a:cubicBezTo>
                <a:cubicBezTo>
                  <a:pt x="1686405" y="34053"/>
                  <a:pt x="1633331" y="36444"/>
                  <a:pt x="1580322" y="39757"/>
                </a:cubicBezTo>
                <a:cubicBezTo>
                  <a:pt x="1533939" y="46383"/>
                  <a:pt x="1487118" y="50446"/>
                  <a:pt x="1441174" y="59635"/>
                </a:cubicBezTo>
                <a:cubicBezTo>
                  <a:pt x="1424609" y="62948"/>
                  <a:pt x="1407867" y="65477"/>
                  <a:pt x="1391478" y="69574"/>
                </a:cubicBezTo>
                <a:cubicBezTo>
                  <a:pt x="1381314" y="72115"/>
                  <a:pt x="1372016" y="77920"/>
                  <a:pt x="1361661" y="79513"/>
                </a:cubicBezTo>
                <a:cubicBezTo>
                  <a:pt x="1328753" y="84576"/>
                  <a:pt x="1295274" y="85052"/>
                  <a:pt x="1262270" y="89452"/>
                </a:cubicBezTo>
                <a:cubicBezTo>
                  <a:pt x="1245525" y="91685"/>
                  <a:pt x="1229238" y="96614"/>
                  <a:pt x="1212574" y="99391"/>
                </a:cubicBezTo>
                <a:cubicBezTo>
                  <a:pt x="1169591" y="106555"/>
                  <a:pt x="1126435" y="112644"/>
                  <a:pt x="1083365" y="119270"/>
                </a:cubicBezTo>
                <a:cubicBezTo>
                  <a:pt x="1066800" y="129209"/>
                  <a:pt x="1050557" y="139705"/>
                  <a:pt x="1033670" y="149087"/>
                </a:cubicBezTo>
                <a:cubicBezTo>
                  <a:pt x="1020718" y="156282"/>
                  <a:pt x="1006353" y="160916"/>
                  <a:pt x="993913" y="168965"/>
                </a:cubicBezTo>
                <a:cubicBezTo>
                  <a:pt x="745901" y="329442"/>
                  <a:pt x="953121" y="197073"/>
                  <a:pt x="805070" y="308113"/>
                </a:cubicBezTo>
                <a:cubicBezTo>
                  <a:pt x="721166" y="371042"/>
                  <a:pt x="759975" y="326887"/>
                  <a:pt x="665922" y="407504"/>
                </a:cubicBezTo>
                <a:cubicBezTo>
                  <a:pt x="644578" y="425799"/>
                  <a:pt x="627183" y="448333"/>
                  <a:pt x="606287" y="467139"/>
                </a:cubicBezTo>
                <a:cubicBezTo>
                  <a:pt x="593974" y="478221"/>
                  <a:pt x="578244" y="485244"/>
                  <a:pt x="566531" y="496957"/>
                </a:cubicBezTo>
                <a:cubicBezTo>
                  <a:pt x="554818" y="508670"/>
                  <a:pt x="548426" y="525000"/>
                  <a:pt x="536713" y="536713"/>
                </a:cubicBezTo>
                <a:cubicBezTo>
                  <a:pt x="525000" y="548426"/>
                  <a:pt x="509214" y="555388"/>
                  <a:pt x="496957" y="566531"/>
                </a:cubicBezTo>
                <a:cubicBezTo>
                  <a:pt x="472689" y="588593"/>
                  <a:pt x="445576" y="608815"/>
                  <a:pt x="427383" y="636104"/>
                </a:cubicBezTo>
                <a:cubicBezTo>
                  <a:pt x="420757" y="646043"/>
                  <a:pt x="416681" y="658275"/>
                  <a:pt x="407504" y="665922"/>
                </a:cubicBezTo>
                <a:cubicBezTo>
                  <a:pt x="396122" y="675407"/>
                  <a:pt x="379804" y="677188"/>
                  <a:pt x="367748" y="685800"/>
                </a:cubicBezTo>
                <a:cubicBezTo>
                  <a:pt x="356310" y="693970"/>
                  <a:pt x="348729" y="706619"/>
                  <a:pt x="337931" y="715617"/>
                </a:cubicBezTo>
                <a:cubicBezTo>
                  <a:pt x="328754" y="723264"/>
                  <a:pt x="316560" y="727049"/>
                  <a:pt x="308113" y="735496"/>
                </a:cubicBezTo>
                <a:cubicBezTo>
                  <a:pt x="293113" y="750496"/>
                  <a:pt x="282163" y="769084"/>
                  <a:pt x="268357" y="785191"/>
                </a:cubicBezTo>
                <a:cubicBezTo>
                  <a:pt x="262258" y="792306"/>
                  <a:pt x="254332" y="797752"/>
                  <a:pt x="248478" y="805070"/>
                </a:cubicBezTo>
                <a:cubicBezTo>
                  <a:pt x="220971" y="839454"/>
                  <a:pt x="233211" y="833830"/>
                  <a:pt x="208722" y="874644"/>
                </a:cubicBezTo>
                <a:cubicBezTo>
                  <a:pt x="196430" y="895130"/>
                  <a:pt x="179649" y="912910"/>
                  <a:pt x="168965" y="934278"/>
                </a:cubicBezTo>
                <a:cubicBezTo>
                  <a:pt x="108895" y="1054422"/>
                  <a:pt x="185402" y="905512"/>
                  <a:pt x="129209" y="1003852"/>
                </a:cubicBezTo>
                <a:cubicBezTo>
                  <a:pt x="78777" y="1092110"/>
                  <a:pt x="137877" y="1000792"/>
                  <a:pt x="89452" y="1073426"/>
                </a:cubicBezTo>
                <a:cubicBezTo>
                  <a:pt x="86139" y="1083365"/>
                  <a:pt x="82391" y="1093170"/>
                  <a:pt x="79513" y="1103244"/>
                </a:cubicBezTo>
                <a:cubicBezTo>
                  <a:pt x="75760" y="1116378"/>
                  <a:pt x="73894" y="1130041"/>
                  <a:pt x="69574" y="1143000"/>
                </a:cubicBezTo>
                <a:cubicBezTo>
                  <a:pt x="63932" y="1159926"/>
                  <a:pt x="55338" y="1175770"/>
                  <a:pt x="49696" y="1192696"/>
                </a:cubicBezTo>
                <a:cubicBezTo>
                  <a:pt x="45376" y="1205655"/>
                  <a:pt x="43682" y="1219368"/>
                  <a:pt x="39757" y="1232452"/>
                </a:cubicBezTo>
                <a:cubicBezTo>
                  <a:pt x="33736" y="1252522"/>
                  <a:pt x="26504" y="1272209"/>
                  <a:pt x="19878" y="1292087"/>
                </a:cubicBezTo>
                <a:cubicBezTo>
                  <a:pt x="16565" y="1302026"/>
                  <a:pt x="12480" y="1311740"/>
                  <a:pt x="9939" y="1321904"/>
                </a:cubicBezTo>
                <a:lnTo>
                  <a:pt x="0" y="1361661"/>
                </a:lnTo>
                <a:cubicBezTo>
                  <a:pt x="3313" y="1454426"/>
                  <a:pt x="1780" y="1547492"/>
                  <a:pt x="9939" y="1639957"/>
                </a:cubicBezTo>
                <a:cubicBezTo>
                  <a:pt x="11781" y="1660829"/>
                  <a:pt x="15002" y="1684774"/>
                  <a:pt x="29818" y="1699591"/>
                </a:cubicBezTo>
                <a:cubicBezTo>
                  <a:pt x="48306" y="1718080"/>
                  <a:pt x="57037" y="1724212"/>
                  <a:pt x="69574" y="1749287"/>
                </a:cubicBezTo>
                <a:cubicBezTo>
                  <a:pt x="74259" y="1758658"/>
                  <a:pt x="74828" y="1769733"/>
                  <a:pt x="79513" y="1779104"/>
                </a:cubicBezTo>
                <a:cubicBezTo>
                  <a:pt x="84855" y="1789788"/>
                  <a:pt x="93671" y="1798435"/>
                  <a:pt x="99391" y="1808922"/>
                </a:cubicBezTo>
                <a:cubicBezTo>
                  <a:pt x="117830" y="1842727"/>
                  <a:pt x="143432" y="1904087"/>
                  <a:pt x="168965" y="1938131"/>
                </a:cubicBezTo>
                <a:cubicBezTo>
                  <a:pt x="177399" y="1949376"/>
                  <a:pt x="188844" y="1958009"/>
                  <a:pt x="198783" y="1967948"/>
                </a:cubicBezTo>
                <a:cubicBezTo>
                  <a:pt x="205409" y="1987826"/>
                  <a:pt x="209290" y="2008842"/>
                  <a:pt x="218661" y="2027583"/>
                </a:cubicBezTo>
                <a:cubicBezTo>
                  <a:pt x="231913" y="2054087"/>
                  <a:pt x="249047" y="2078984"/>
                  <a:pt x="258418" y="2107096"/>
                </a:cubicBezTo>
                <a:cubicBezTo>
                  <a:pt x="261731" y="2117035"/>
                  <a:pt x="263672" y="2127542"/>
                  <a:pt x="268357" y="2136913"/>
                </a:cubicBezTo>
                <a:cubicBezTo>
                  <a:pt x="273699" y="2147597"/>
                  <a:pt x="283384" y="2155815"/>
                  <a:pt x="288235" y="2166731"/>
                </a:cubicBezTo>
                <a:cubicBezTo>
                  <a:pt x="296745" y="2185878"/>
                  <a:pt x="288235" y="2219739"/>
                  <a:pt x="308113" y="2226365"/>
                </a:cubicBezTo>
                <a:cubicBezTo>
                  <a:pt x="318052" y="2229678"/>
                  <a:pt x="328301" y="2232177"/>
                  <a:pt x="337931" y="2236304"/>
                </a:cubicBezTo>
                <a:cubicBezTo>
                  <a:pt x="380819" y="2254685"/>
                  <a:pt x="435307" y="2290352"/>
                  <a:pt x="467139" y="2315817"/>
                </a:cubicBezTo>
                <a:cubicBezTo>
                  <a:pt x="483704" y="2329069"/>
                  <a:pt x="501326" y="2341099"/>
                  <a:pt x="516835" y="2355574"/>
                </a:cubicBezTo>
                <a:cubicBezTo>
                  <a:pt x="551087" y="2387543"/>
                  <a:pt x="586957" y="2418379"/>
                  <a:pt x="616226" y="2454965"/>
                </a:cubicBezTo>
                <a:cubicBezTo>
                  <a:pt x="644198" y="2489929"/>
                  <a:pt x="666790" y="2513622"/>
                  <a:pt x="685800" y="2554357"/>
                </a:cubicBezTo>
                <a:cubicBezTo>
                  <a:pt x="700890" y="2586692"/>
                  <a:pt x="707199" y="2623150"/>
                  <a:pt x="725557" y="2653748"/>
                </a:cubicBezTo>
                <a:cubicBezTo>
                  <a:pt x="735496" y="2670313"/>
                  <a:pt x="746283" y="2686399"/>
                  <a:pt x="755374" y="2703444"/>
                </a:cubicBezTo>
                <a:cubicBezTo>
                  <a:pt x="772805" y="2736127"/>
                  <a:pt x="782845" y="2773202"/>
                  <a:pt x="805070" y="2802835"/>
                </a:cubicBezTo>
                <a:cubicBezTo>
                  <a:pt x="815009" y="2816087"/>
                  <a:pt x="826108" y="2828544"/>
                  <a:pt x="834887" y="2842591"/>
                </a:cubicBezTo>
                <a:cubicBezTo>
                  <a:pt x="842740" y="2855155"/>
                  <a:pt x="846546" y="2870020"/>
                  <a:pt x="854765" y="2882348"/>
                </a:cubicBezTo>
                <a:cubicBezTo>
                  <a:pt x="859963" y="2890145"/>
                  <a:pt x="868790" y="2894909"/>
                  <a:pt x="874644" y="2902226"/>
                </a:cubicBezTo>
                <a:cubicBezTo>
                  <a:pt x="882106" y="2911554"/>
                  <a:pt x="886075" y="2923597"/>
                  <a:pt x="894522" y="2932044"/>
                </a:cubicBezTo>
                <a:cubicBezTo>
                  <a:pt x="968497" y="3006020"/>
                  <a:pt x="907305" y="2921403"/>
                  <a:pt x="954157" y="2991678"/>
                </a:cubicBezTo>
                <a:cubicBezTo>
                  <a:pt x="972735" y="3047415"/>
                  <a:pt x="961555" y="3011331"/>
                  <a:pt x="983974" y="3101009"/>
                </a:cubicBezTo>
                <a:cubicBezTo>
                  <a:pt x="994610" y="3143553"/>
                  <a:pt x="995440" y="3144191"/>
                  <a:pt x="1003852" y="3190461"/>
                </a:cubicBezTo>
                <a:cubicBezTo>
                  <a:pt x="1007457" y="3210288"/>
                  <a:pt x="1010186" y="3230269"/>
                  <a:pt x="1013791" y="3250096"/>
                </a:cubicBezTo>
                <a:cubicBezTo>
                  <a:pt x="1016813" y="3266717"/>
                  <a:pt x="1020066" y="3283300"/>
                  <a:pt x="1023731" y="3299791"/>
                </a:cubicBezTo>
                <a:cubicBezTo>
                  <a:pt x="1026694" y="3313126"/>
                  <a:pt x="1030991" y="3326153"/>
                  <a:pt x="1033670" y="3339548"/>
                </a:cubicBezTo>
                <a:cubicBezTo>
                  <a:pt x="1042532" y="3383858"/>
                  <a:pt x="1042888" y="3406236"/>
                  <a:pt x="1053548" y="3448878"/>
                </a:cubicBezTo>
                <a:cubicBezTo>
                  <a:pt x="1056089" y="3459042"/>
                  <a:pt x="1060609" y="3468622"/>
                  <a:pt x="1063487" y="3478696"/>
                </a:cubicBezTo>
                <a:cubicBezTo>
                  <a:pt x="1067240" y="3491830"/>
                  <a:pt x="1070113" y="3505200"/>
                  <a:pt x="1073426" y="3518452"/>
                </a:cubicBezTo>
                <a:cubicBezTo>
                  <a:pt x="1064550" y="3695966"/>
                  <a:pt x="1067899" y="3683054"/>
                  <a:pt x="1053548" y="3826565"/>
                </a:cubicBezTo>
                <a:cubicBezTo>
                  <a:pt x="1048394" y="3878105"/>
                  <a:pt x="1045748" y="3917401"/>
                  <a:pt x="1033670" y="3965713"/>
                </a:cubicBezTo>
                <a:cubicBezTo>
                  <a:pt x="1031129" y="3975877"/>
                  <a:pt x="1029121" y="3986547"/>
                  <a:pt x="1023731" y="3995531"/>
                </a:cubicBezTo>
                <a:cubicBezTo>
                  <a:pt x="1011495" y="4015924"/>
                  <a:pt x="991139" y="4020321"/>
                  <a:pt x="974035" y="4035287"/>
                </a:cubicBezTo>
                <a:cubicBezTo>
                  <a:pt x="956404" y="4050714"/>
                  <a:pt x="943831" y="4071988"/>
                  <a:pt x="924339" y="4084983"/>
                </a:cubicBezTo>
                <a:cubicBezTo>
                  <a:pt x="855987" y="4130550"/>
                  <a:pt x="887369" y="4117184"/>
                  <a:pt x="834887" y="4134678"/>
                </a:cubicBezTo>
                <a:cubicBezTo>
                  <a:pt x="828261" y="4141304"/>
                  <a:pt x="823044" y="4149736"/>
                  <a:pt x="815009" y="4154557"/>
                </a:cubicBezTo>
                <a:cubicBezTo>
                  <a:pt x="806025" y="4159947"/>
                  <a:pt x="794562" y="4159811"/>
                  <a:pt x="785191" y="4164496"/>
                </a:cubicBezTo>
                <a:cubicBezTo>
                  <a:pt x="774507" y="4169838"/>
                  <a:pt x="765313" y="4177748"/>
                  <a:pt x="755374" y="4184374"/>
                </a:cubicBezTo>
                <a:cubicBezTo>
                  <a:pt x="748748" y="4194313"/>
                  <a:pt x="742958" y="4204863"/>
                  <a:pt x="735496" y="4214191"/>
                </a:cubicBezTo>
                <a:cubicBezTo>
                  <a:pt x="723168" y="4229601"/>
                  <a:pt x="703023" y="4245336"/>
                  <a:pt x="685800" y="4253948"/>
                </a:cubicBezTo>
                <a:cubicBezTo>
                  <a:pt x="676429" y="4258633"/>
                  <a:pt x="665922" y="4260574"/>
                  <a:pt x="655983" y="4263887"/>
                </a:cubicBezTo>
                <a:cubicBezTo>
                  <a:pt x="649357" y="4270513"/>
                  <a:pt x="644139" y="4278944"/>
                  <a:pt x="636104" y="4283765"/>
                </a:cubicBezTo>
                <a:cubicBezTo>
                  <a:pt x="606748" y="4301378"/>
                  <a:pt x="598954" y="4291871"/>
                  <a:pt x="566531" y="4283765"/>
                </a:cubicBezTo>
                <a:cubicBezTo>
                  <a:pt x="493644" y="4287078"/>
                  <a:pt x="420417" y="4285931"/>
                  <a:pt x="347870" y="4293704"/>
                </a:cubicBezTo>
                <a:cubicBezTo>
                  <a:pt x="327036" y="4295936"/>
                  <a:pt x="305670" y="4301960"/>
                  <a:pt x="288235" y="4313583"/>
                </a:cubicBezTo>
                <a:cubicBezTo>
                  <a:pt x="278296" y="4320209"/>
                  <a:pt x="267974" y="4326294"/>
                  <a:pt x="258418" y="4333461"/>
                </a:cubicBezTo>
                <a:cubicBezTo>
                  <a:pt x="254670" y="4336272"/>
                  <a:pt x="251791" y="4340087"/>
                  <a:pt x="248478" y="4343400"/>
                </a:cubicBezTo>
              </a:path>
            </a:pathLst>
          </a:custGeom>
          <a:noFill/>
          <a:ln>
            <a:solidFill>
              <a:schemeClr val="tx1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6872BF-94E4-5C3F-F7A7-76710700900B}"/>
              </a:ext>
            </a:extLst>
          </p:cNvPr>
          <p:cNvSpPr txBox="1"/>
          <p:nvPr/>
        </p:nvSpPr>
        <p:spPr>
          <a:xfrm>
            <a:off x="1108365" y="4182409"/>
            <a:ext cx="1044489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C000"/>
                </a:solidFill>
              </a:rPr>
              <a:t>Area</a:t>
            </a:r>
            <a:r>
              <a:rPr kumimoji="1" lang="zh-CN" altLang="en-US" dirty="0">
                <a:solidFill>
                  <a:srgbClr val="FFC000"/>
                </a:solidFill>
              </a:rPr>
              <a:t> </a:t>
            </a:r>
            <a:r>
              <a:rPr kumimoji="1" lang="en-US" altLang="zh-CN" dirty="0">
                <a:solidFill>
                  <a:srgbClr val="FFC000"/>
                </a:solidFill>
              </a:rPr>
              <a:t>2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16" name="任意形状 15">
            <a:extLst>
              <a:ext uri="{FF2B5EF4-FFF2-40B4-BE49-F238E27FC236}">
                <a16:creationId xmlns:a16="http://schemas.microsoft.com/office/drawing/2014/main" id="{0FB666AC-47D0-CDFA-64F3-2611AA08BF41}"/>
              </a:ext>
            </a:extLst>
          </p:cNvPr>
          <p:cNvSpPr/>
          <p:nvPr/>
        </p:nvSpPr>
        <p:spPr>
          <a:xfrm>
            <a:off x="800000" y="4174435"/>
            <a:ext cx="2281130" cy="1550504"/>
          </a:xfrm>
          <a:custGeom>
            <a:avLst/>
            <a:gdLst>
              <a:gd name="connsiteX0" fmla="*/ 1734478 w 2281130"/>
              <a:gd name="connsiteY0" fmla="*/ 795130 h 1550504"/>
              <a:gd name="connsiteX1" fmla="*/ 1724539 w 2281130"/>
              <a:gd name="connsiteY1" fmla="*/ 715617 h 1550504"/>
              <a:gd name="connsiteX2" fmla="*/ 1714600 w 2281130"/>
              <a:gd name="connsiteY2" fmla="*/ 447261 h 1550504"/>
              <a:gd name="connsiteX3" fmla="*/ 1704661 w 2281130"/>
              <a:gd name="connsiteY3" fmla="*/ 337930 h 1550504"/>
              <a:gd name="connsiteX4" fmla="*/ 1684783 w 2281130"/>
              <a:gd name="connsiteY4" fmla="*/ 258417 h 1550504"/>
              <a:gd name="connsiteX5" fmla="*/ 1674843 w 2281130"/>
              <a:gd name="connsiteY5" fmla="*/ 218661 h 1550504"/>
              <a:gd name="connsiteX6" fmla="*/ 1654965 w 2281130"/>
              <a:gd name="connsiteY6" fmla="*/ 159026 h 1550504"/>
              <a:gd name="connsiteX7" fmla="*/ 1635087 w 2281130"/>
              <a:gd name="connsiteY7" fmla="*/ 129208 h 1550504"/>
              <a:gd name="connsiteX8" fmla="*/ 1625148 w 2281130"/>
              <a:gd name="connsiteY8" fmla="*/ 99391 h 1550504"/>
              <a:gd name="connsiteX9" fmla="*/ 1575452 w 2281130"/>
              <a:gd name="connsiteY9" fmla="*/ 89452 h 1550504"/>
              <a:gd name="connsiteX10" fmla="*/ 1406487 w 2281130"/>
              <a:gd name="connsiteY10" fmla="*/ 79513 h 1550504"/>
              <a:gd name="connsiteX11" fmla="*/ 1227583 w 2281130"/>
              <a:gd name="connsiteY11" fmla="*/ 59635 h 1550504"/>
              <a:gd name="connsiteX12" fmla="*/ 989043 w 2281130"/>
              <a:gd name="connsiteY12" fmla="*/ 29817 h 1550504"/>
              <a:gd name="connsiteX13" fmla="*/ 909530 w 2281130"/>
              <a:gd name="connsiteY13" fmla="*/ 19878 h 1550504"/>
              <a:gd name="connsiteX14" fmla="*/ 661052 w 2281130"/>
              <a:gd name="connsiteY14" fmla="*/ 0 h 1550504"/>
              <a:gd name="connsiteX15" fmla="*/ 581539 w 2281130"/>
              <a:gd name="connsiteY15" fmla="*/ 9939 h 1550504"/>
              <a:gd name="connsiteX16" fmla="*/ 462270 w 2281130"/>
              <a:gd name="connsiteY16" fmla="*/ 19878 h 1550504"/>
              <a:gd name="connsiteX17" fmla="*/ 432452 w 2281130"/>
              <a:gd name="connsiteY17" fmla="*/ 29817 h 1550504"/>
              <a:gd name="connsiteX18" fmla="*/ 382757 w 2281130"/>
              <a:gd name="connsiteY18" fmla="*/ 39756 h 1550504"/>
              <a:gd name="connsiteX19" fmla="*/ 352939 w 2281130"/>
              <a:gd name="connsiteY19" fmla="*/ 59635 h 1550504"/>
              <a:gd name="connsiteX20" fmla="*/ 253548 w 2281130"/>
              <a:gd name="connsiteY20" fmla="*/ 99391 h 1550504"/>
              <a:gd name="connsiteX21" fmla="*/ 193913 w 2281130"/>
              <a:gd name="connsiteY21" fmla="*/ 139148 h 1550504"/>
              <a:gd name="connsiteX22" fmla="*/ 84583 w 2281130"/>
              <a:gd name="connsiteY22" fmla="*/ 188843 h 1550504"/>
              <a:gd name="connsiteX23" fmla="*/ 64704 w 2281130"/>
              <a:gd name="connsiteY23" fmla="*/ 208722 h 1550504"/>
              <a:gd name="connsiteX24" fmla="*/ 34887 w 2281130"/>
              <a:gd name="connsiteY24" fmla="*/ 218661 h 1550504"/>
              <a:gd name="connsiteX25" fmla="*/ 15009 w 2281130"/>
              <a:gd name="connsiteY25" fmla="*/ 248478 h 1550504"/>
              <a:gd name="connsiteX26" fmla="*/ 15009 w 2281130"/>
              <a:gd name="connsiteY26" fmla="*/ 496956 h 1550504"/>
              <a:gd name="connsiteX27" fmla="*/ 34887 w 2281130"/>
              <a:gd name="connsiteY27" fmla="*/ 675861 h 1550504"/>
              <a:gd name="connsiteX28" fmla="*/ 54765 w 2281130"/>
              <a:gd name="connsiteY28" fmla="*/ 705678 h 1550504"/>
              <a:gd name="connsiteX29" fmla="*/ 64704 w 2281130"/>
              <a:gd name="connsiteY29" fmla="*/ 735495 h 1550504"/>
              <a:gd name="connsiteX30" fmla="*/ 104461 w 2281130"/>
              <a:gd name="connsiteY30" fmla="*/ 795130 h 1550504"/>
              <a:gd name="connsiteX31" fmla="*/ 124339 w 2281130"/>
              <a:gd name="connsiteY31" fmla="*/ 824948 h 1550504"/>
              <a:gd name="connsiteX32" fmla="*/ 164096 w 2281130"/>
              <a:gd name="connsiteY32" fmla="*/ 874643 h 1550504"/>
              <a:gd name="connsiteX33" fmla="*/ 203852 w 2281130"/>
              <a:gd name="connsiteY33" fmla="*/ 894522 h 1550504"/>
              <a:gd name="connsiteX34" fmla="*/ 243609 w 2281130"/>
              <a:gd name="connsiteY34" fmla="*/ 934278 h 1550504"/>
              <a:gd name="connsiteX35" fmla="*/ 273426 w 2281130"/>
              <a:gd name="connsiteY35" fmla="*/ 954156 h 1550504"/>
              <a:gd name="connsiteX36" fmla="*/ 293304 w 2281130"/>
              <a:gd name="connsiteY36" fmla="*/ 974035 h 1550504"/>
              <a:gd name="connsiteX37" fmla="*/ 323122 w 2281130"/>
              <a:gd name="connsiteY37" fmla="*/ 993913 h 1550504"/>
              <a:gd name="connsiteX38" fmla="*/ 382757 w 2281130"/>
              <a:gd name="connsiteY38" fmla="*/ 1043608 h 1550504"/>
              <a:gd name="connsiteX39" fmla="*/ 422513 w 2281130"/>
              <a:gd name="connsiteY39" fmla="*/ 1053548 h 1550504"/>
              <a:gd name="connsiteX40" fmla="*/ 452330 w 2281130"/>
              <a:gd name="connsiteY40" fmla="*/ 1063487 h 1550504"/>
              <a:gd name="connsiteX41" fmla="*/ 472209 w 2281130"/>
              <a:gd name="connsiteY41" fmla="*/ 1133061 h 1550504"/>
              <a:gd name="connsiteX42" fmla="*/ 492087 w 2281130"/>
              <a:gd name="connsiteY42" fmla="*/ 1162878 h 1550504"/>
              <a:gd name="connsiteX43" fmla="*/ 521904 w 2281130"/>
              <a:gd name="connsiteY43" fmla="*/ 1212574 h 1550504"/>
              <a:gd name="connsiteX44" fmla="*/ 581539 w 2281130"/>
              <a:gd name="connsiteY44" fmla="*/ 1331843 h 1550504"/>
              <a:gd name="connsiteX45" fmla="*/ 601417 w 2281130"/>
              <a:gd name="connsiteY45" fmla="*/ 1351722 h 1550504"/>
              <a:gd name="connsiteX46" fmla="*/ 661052 w 2281130"/>
              <a:gd name="connsiteY46" fmla="*/ 1371600 h 1550504"/>
              <a:gd name="connsiteX47" fmla="*/ 690870 w 2281130"/>
              <a:gd name="connsiteY47" fmla="*/ 1381539 h 1550504"/>
              <a:gd name="connsiteX48" fmla="*/ 790261 w 2281130"/>
              <a:gd name="connsiteY48" fmla="*/ 1401417 h 1550504"/>
              <a:gd name="connsiteX49" fmla="*/ 820078 w 2281130"/>
              <a:gd name="connsiteY49" fmla="*/ 1411356 h 1550504"/>
              <a:gd name="connsiteX50" fmla="*/ 859835 w 2281130"/>
              <a:gd name="connsiteY50" fmla="*/ 1421295 h 1550504"/>
              <a:gd name="connsiteX51" fmla="*/ 959226 w 2281130"/>
              <a:gd name="connsiteY51" fmla="*/ 1461052 h 1550504"/>
              <a:gd name="connsiteX52" fmla="*/ 998983 w 2281130"/>
              <a:gd name="connsiteY52" fmla="*/ 1480930 h 1550504"/>
              <a:gd name="connsiteX53" fmla="*/ 1068557 w 2281130"/>
              <a:gd name="connsiteY53" fmla="*/ 1500808 h 1550504"/>
              <a:gd name="connsiteX54" fmla="*/ 1158009 w 2281130"/>
              <a:gd name="connsiteY54" fmla="*/ 1540565 h 1550504"/>
              <a:gd name="connsiteX55" fmla="*/ 1187826 w 2281130"/>
              <a:gd name="connsiteY55" fmla="*/ 1550504 h 1550504"/>
              <a:gd name="connsiteX56" fmla="*/ 1386609 w 2281130"/>
              <a:gd name="connsiteY56" fmla="*/ 1530626 h 1550504"/>
              <a:gd name="connsiteX57" fmla="*/ 1436304 w 2281130"/>
              <a:gd name="connsiteY57" fmla="*/ 1520687 h 1550504"/>
              <a:gd name="connsiteX58" fmla="*/ 1515817 w 2281130"/>
              <a:gd name="connsiteY58" fmla="*/ 1510748 h 1550504"/>
              <a:gd name="connsiteX59" fmla="*/ 1585391 w 2281130"/>
              <a:gd name="connsiteY59" fmla="*/ 1500808 h 1550504"/>
              <a:gd name="connsiteX60" fmla="*/ 1645026 w 2281130"/>
              <a:gd name="connsiteY60" fmla="*/ 1490869 h 1550504"/>
              <a:gd name="connsiteX61" fmla="*/ 1813991 w 2281130"/>
              <a:gd name="connsiteY61" fmla="*/ 1480930 h 1550504"/>
              <a:gd name="connsiteX62" fmla="*/ 1893504 w 2281130"/>
              <a:gd name="connsiteY62" fmla="*/ 1470991 h 1550504"/>
              <a:gd name="connsiteX63" fmla="*/ 1923322 w 2281130"/>
              <a:gd name="connsiteY63" fmla="*/ 1461052 h 1550504"/>
              <a:gd name="connsiteX64" fmla="*/ 1982957 w 2281130"/>
              <a:gd name="connsiteY64" fmla="*/ 1451113 h 1550504"/>
              <a:gd name="connsiteX65" fmla="*/ 2112165 w 2281130"/>
              <a:gd name="connsiteY65" fmla="*/ 1421295 h 1550504"/>
              <a:gd name="connsiteX66" fmla="*/ 2181739 w 2281130"/>
              <a:gd name="connsiteY66" fmla="*/ 1401417 h 1550504"/>
              <a:gd name="connsiteX67" fmla="*/ 2211557 w 2281130"/>
              <a:gd name="connsiteY67" fmla="*/ 1381539 h 1550504"/>
              <a:gd name="connsiteX68" fmla="*/ 2231435 w 2281130"/>
              <a:gd name="connsiteY68" fmla="*/ 1351722 h 1550504"/>
              <a:gd name="connsiteX69" fmla="*/ 2251313 w 2281130"/>
              <a:gd name="connsiteY69" fmla="*/ 1331843 h 1550504"/>
              <a:gd name="connsiteX70" fmla="*/ 2261252 w 2281130"/>
              <a:gd name="connsiteY70" fmla="*/ 1302026 h 1550504"/>
              <a:gd name="connsiteX71" fmla="*/ 2281130 w 2281130"/>
              <a:gd name="connsiteY71" fmla="*/ 1143000 h 1550504"/>
              <a:gd name="connsiteX72" fmla="*/ 2271191 w 2281130"/>
              <a:gd name="connsiteY72" fmla="*/ 864704 h 1550504"/>
              <a:gd name="connsiteX73" fmla="*/ 2251313 w 2281130"/>
              <a:gd name="connsiteY73" fmla="*/ 785191 h 1550504"/>
              <a:gd name="connsiteX74" fmla="*/ 2231435 w 2281130"/>
              <a:gd name="connsiteY74" fmla="*/ 755374 h 1550504"/>
              <a:gd name="connsiteX75" fmla="*/ 2211557 w 2281130"/>
              <a:gd name="connsiteY75" fmla="*/ 695739 h 1550504"/>
              <a:gd name="connsiteX76" fmla="*/ 2122104 w 2281130"/>
              <a:gd name="connsiteY76" fmla="*/ 646043 h 1550504"/>
              <a:gd name="connsiteX77" fmla="*/ 1992896 w 2281130"/>
              <a:gd name="connsiteY77" fmla="*/ 655982 h 1550504"/>
              <a:gd name="connsiteX78" fmla="*/ 1953139 w 2281130"/>
              <a:gd name="connsiteY78" fmla="*/ 665922 h 1550504"/>
              <a:gd name="connsiteX79" fmla="*/ 1893504 w 2281130"/>
              <a:gd name="connsiteY79" fmla="*/ 685800 h 1550504"/>
              <a:gd name="connsiteX80" fmla="*/ 1833870 w 2281130"/>
              <a:gd name="connsiteY80" fmla="*/ 705678 h 1550504"/>
              <a:gd name="connsiteX81" fmla="*/ 1744417 w 2281130"/>
              <a:gd name="connsiteY81" fmla="*/ 735495 h 1550504"/>
              <a:gd name="connsiteX82" fmla="*/ 1714600 w 2281130"/>
              <a:gd name="connsiteY82" fmla="*/ 745435 h 1550504"/>
              <a:gd name="connsiteX83" fmla="*/ 1684783 w 2281130"/>
              <a:gd name="connsiteY83" fmla="*/ 755374 h 1550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2281130" h="1550504">
                <a:moveTo>
                  <a:pt x="1734478" y="795130"/>
                </a:moveTo>
                <a:cubicBezTo>
                  <a:pt x="1731165" y="768626"/>
                  <a:pt x="1726063" y="742284"/>
                  <a:pt x="1724539" y="715617"/>
                </a:cubicBezTo>
                <a:cubicBezTo>
                  <a:pt x="1719432" y="626249"/>
                  <a:pt x="1719305" y="536651"/>
                  <a:pt x="1714600" y="447261"/>
                </a:cubicBezTo>
                <a:cubicBezTo>
                  <a:pt x="1712677" y="410718"/>
                  <a:pt x="1709200" y="374241"/>
                  <a:pt x="1704661" y="337930"/>
                </a:cubicBezTo>
                <a:cubicBezTo>
                  <a:pt x="1697927" y="284055"/>
                  <a:pt x="1696802" y="300482"/>
                  <a:pt x="1684783" y="258417"/>
                </a:cubicBezTo>
                <a:cubicBezTo>
                  <a:pt x="1681030" y="245283"/>
                  <a:pt x="1678768" y="231745"/>
                  <a:pt x="1674843" y="218661"/>
                </a:cubicBezTo>
                <a:cubicBezTo>
                  <a:pt x="1668822" y="198591"/>
                  <a:pt x="1666588" y="176461"/>
                  <a:pt x="1654965" y="159026"/>
                </a:cubicBezTo>
                <a:cubicBezTo>
                  <a:pt x="1648339" y="149087"/>
                  <a:pt x="1640429" y="139892"/>
                  <a:pt x="1635087" y="129208"/>
                </a:cubicBezTo>
                <a:cubicBezTo>
                  <a:pt x="1630402" y="119837"/>
                  <a:pt x="1633865" y="105202"/>
                  <a:pt x="1625148" y="99391"/>
                </a:cubicBezTo>
                <a:cubicBezTo>
                  <a:pt x="1611092" y="90020"/>
                  <a:pt x="1592276" y="90981"/>
                  <a:pt x="1575452" y="89452"/>
                </a:cubicBezTo>
                <a:cubicBezTo>
                  <a:pt x="1519265" y="84344"/>
                  <a:pt x="1462809" y="82826"/>
                  <a:pt x="1406487" y="79513"/>
                </a:cubicBezTo>
                <a:cubicBezTo>
                  <a:pt x="1246626" y="56676"/>
                  <a:pt x="1444690" y="83759"/>
                  <a:pt x="1227583" y="59635"/>
                </a:cubicBezTo>
                <a:cubicBezTo>
                  <a:pt x="1147941" y="50786"/>
                  <a:pt x="1068556" y="39756"/>
                  <a:pt x="989043" y="29817"/>
                </a:cubicBezTo>
                <a:cubicBezTo>
                  <a:pt x="962539" y="26504"/>
                  <a:pt x="936156" y="22008"/>
                  <a:pt x="909530" y="19878"/>
                </a:cubicBezTo>
                <a:lnTo>
                  <a:pt x="661052" y="0"/>
                </a:lnTo>
                <a:cubicBezTo>
                  <a:pt x="634548" y="3313"/>
                  <a:pt x="608117" y="7281"/>
                  <a:pt x="581539" y="9939"/>
                </a:cubicBezTo>
                <a:cubicBezTo>
                  <a:pt x="541843" y="13909"/>
                  <a:pt x="501814" y="14606"/>
                  <a:pt x="462270" y="19878"/>
                </a:cubicBezTo>
                <a:cubicBezTo>
                  <a:pt x="451885" y="21263"/>
                  <a:pt x="442616" y="27276"/>
                  <a:pt x="432452" y="29817"/>
                </a:cubicBezTo>
                <a:cubicBezTo>
                  <a:pt x="416063" y="33914"/>
                  <a:pt x="399322" y="36443"/>
                  <a:pt x="382757" y="39756"/>
                </a:cubicBezTo>
                <a:cubicBezTo>
                  <a:pt x="372818" y="46382"/>
                  <a:pt x="363855" y="54783"/>
                  <a:pt x="352939" y="59635"/>
                </a:cubicBezTo>
                <a:cubicBezTo>
                  <a:pt x="279794" y="92144"/>
                  <a:pt x="311660" y="64524"/>
                  <a:pt x="253548" y="99391"/>
                </a:cubicBezTo>
                <a:cubicBezTo>
                  <a:pt x="233062" y="111683"/>
                  <a:pt x="215282" y="128464"/>
                  <a:pt x="193913" y="139148"/>
                </a:cubicBezTo>
                <a:cubicBezTo>
                  <a:pt x="105029" y="183589"/>
                  <a:pt x="142512" y="169533"/>
                  <a:pt x="84583" y="188843"/>
                </a:cubicBezTo>
                <a:cubicBezTo>
                  <a:pt x="77957" y="195469"/>
                  <a:pt x="72740" y="203901"/>
                  <a:pt x="64704" y="208722"/>
                </a:cubicBezTo>
                <a:cubicBezTo>
                  <a:pt x="55720" y="214112"/>
                  <a:pt x="43068" y="212116"/>
                  <a:pt x="34887" y="218661"/>
                </a:cubicBezTo>
                <a:cubicBezTo>
                  <a:pt x="25559" y="226123"/>
                  <a:pt x="21635" y="238539"/>
                  <a:pt x="15009" y="248478"/>
                </a:cubicBezTo>
                <a:cubicBezTo>
                  <a:pt x="-11485" y="354456"/>
                  <a:pt x="2697" y="281485"/>
                  <a:pt x="15009" y="496956"/>
                </a:cubicBezTo>
                <a:cubicBezTo>
                  <a:pt x="15466" y="504954"/>
                  <a:pt x="16741" y="633521"/>
                  <a:pt x="34887" y="675861"/>
                </a:cubicBezTo>
                <a:cubicBezTo>
                  <a:pt x="39592" y="686840"/>
                  <a:pt x="49423" y="694994"/>
                  <a:pt x="54765" y="705678"/>
                </a:cubicBezTo>
                <a:cubicBezTo>
                  <a:pt x="59450" y="715049"/>
                  <a:pt x="59616" y="726337"/>
                  <a:pt x="64704" y="735495"/>
                </a:cubicBezTo>
                <a:cubicBezTo>
                  <a:pt x="76306" y="756379"/>
                  <a:pt x="91209" y="775252"/>
                  <a:pt x="104461" y="795130"/>
                </a:cubicBezTo>
                <a:lnTo>
                  <a:pt x="124339" y="824948"/>
                </a:lnTo>
                <a:cubicBezTo>
                  <a:pt x="134974" y="840901"/>
                  <a:pt x="147099" y="863312"/>
                  <a:pt x="164096" y="874643"/>
                </a:cubicBezTo>
                <a:cubicBezTo>
                  <a:pt x="176424" y="882862"/>
                  <a:pt x="191999" y="885632"/>
                  <a:pt x="203852" y="894522"/>
                </a:cubicBezTo>
                <a:cubicBezTo>
                  <a:pt x="218845" y="905767"/>
                  <a:pt x="229379" y="922081"/>
                  <a:pt x="243609" y="934278"/>
                </a:cubicBezTo>
                <a:cubicBezTo>
                  <a:pt x="252679" y="942052"/>
                  <a:pt x="264098" y="946694"/>
                  <a:pt x="273426" y="954156"/>
                </a:cubicBezTo>
                <a:cubicBezTo>
                  <a:pt x="280743" y="960010"/>
                  <a:pt x="285987" y="968181"/>
                  <a:pt x="293304" y="974035"/>
                </a:cubicBezTo>
                <a:cubicBezTo>
                  <a:pt x="302632" y="981497"/>
                  <a:pt x="313945" y="986266"/>
                  <a:pt x="323122" y="993913"/>
                </a:cubicBezTo>
                <a:cubicBezTo>
                  <a:pt x="348412" y="1014988"/>
                  <a:pt x="352270" y="1030542"/>
                  <a:pt x="382757" y="1043608"/>
                </a:cubicBezTo>
                <a:cubicBezTo>
                  <a:pt x="395312" y="1048989"/>
                  <a:pt x="409379" y="1049795"/>
                  <a:pt x="422513" y="1053548"/>
                </a:cubicBezTo>
                <a:cubicBezTo>
                  <a:pt x="432586" y="1056426"/>
                  <a:pt x="442391" y="1060174"/>
                  <a:pt x="452330" y="1063487"/>
                </a:cubicBezTo>
                <a:cubicBezTo>
                  <a:pt x="455513" y="1076219"/>
                  <a:pt x="465082" y="1118806"/>
                  <a:pt x="472209" y="1133061"/>
                </a:cubicBezTo>
                <a:cubicBezTo>
                  <a:pt x="477551" y="1143745"/>
                  <a:pt x="486745" y="1152194"/>
                  <a:pt x="492087" y="1162878"/>
                </a:cubicBezTo>
                <a:cubicBezTo>
                  <a:pt x="517892" y="1214489"/>
                  <a:pt x="483077" y="1173745"/>
                  <a:pt x="521904" y="1212574"/>
                </a:cubicBezTo>
                <a:cubicBezTo>
                  <a:pt x="538072" y="1261076"/>
                  <a:pt x="543006" y="1293308"/>
                  <a:pt x="581539" y="1331843"/>
                </a:cubicBezTo>
                <a:cubicBezTo>
                  <a:pt x="588165" y="1338469"/>
                  <a:pt x="593036" y="1347531"/>
                  <a:pt x="601417" y="1351722"/>
                </a:cubicBezTo>
                <a:cubicBezTo>
                  <a:pt x="620158" y="1361093"/>
                  <a:pt x="641174" y="1364974"/>
                  <a:pt x="661052" y="1371600"/>
                </a:cubicBezTo>
                <a:cubicBezTo>
                  <a:pt x="670991" y="1374913"/>
                  <a:pt x="680597" y="1379484"/>
                  <a:pt x="690870" y="1381539"/>
                </a:cubicBezTo>
                <a:cubicBezTo>
                  <a:pt x="724000" y="1388165"/>
                  <a:pt x="758208" y="1390733"/>
                  <a:pt x="790261" y="1401417"/>
                </a:cubicBezTo>
                <a:cubicBezTo>
                  <a:pt x="800200" y="1404730"/>
                  <a:pt x="810004" y="1408478"/>
                  <a:pt x="820078" y="1411356"/>
                </a:cubicBezTo>
                <a:cubicBezTo>
                  <a:pt x="833213" y="1415109"/>
                  <a:pt x="846971" y="1416701"/>
                  <a:pt x="859835" y="1421295"/>
                </a:cubicBezTo>
                <a:cubicBezTo>
                  <a:pt x="893439" y="1433296"/>
                  <a:pt x="927310" y="1445095"/>
                  <a:pt x="959226" y="1461052"/>
                </a:cubicBezTo>
                <a:cubicBezTo>
                  <a:pt x="972478" y="1467678"/>
                  <a:pt x="985364" y="1475094"/>
                  <a:pt x="998983" y="1480930"/>
                </a:cubicBezTo>
                <a:cubicBezTo>
                  <a:pt x="1018947" y="1489486"/>
                  <a:pt x="1048381" y="1495764"/>
                  <a:pt x="1068557" y="1500808"/>
                </a:cubicBezTo>
                <a:cubicBezTo>
                  <a:pt x="1115808" y="1532311"/>
                  <a:pt x="1087041" y="1516909"/>
                  <a:pt x="1158009" y="1540565"/>
                </a:cubicBezTo>
                <a:lnTo>
                  <a:pt x="1187826" y="1550504"/>
                </a:lnTo>
                <a:cubicBezTo>
                  <a:pt x="1260943" y="1544411"/>
                  <a:pt x="1316233" y="1541453"/>
                  <a:pt x="1386609" y="1530626"/>
                </a:cubicBezTo>
                <a:cubicBezTo>
                  <a:pt x="1403306" y="1528057"/>
                  <a:pt x="1419607" y="1523256"/>
                  <a:pt x="1436304" y="1520687"/>
                </a:cubicBezTo>
                <a:cubicBezTo>
                  <a:pt x="1462704" y="1516625"/>
                  <a:pt x="1489341" y="1514278"/>
                  <a:pt x="1515817" y="1510748"/>
                </a:cubicBezTo>
                <a:lnTo>
                  <a:pt x="1585391" y="1500808"/>
                </a:lnTo>
                <a:cubicBezTo>
                  <a:pt x="1605309" y="1497744"/>
                  <a:pt x="1624949" y="1492615"/>
                  <a:pt x="1645026" y="1490869"/>
                </a:cubicBezTo>
                <a:cubicBezTo>
                  <a:pt x="1701233" y="1485982"/>
                  <a:pt x="1757669" y="1484243"/>
                  <a:pt x="1813991" y="1480930"/>
                </a:cubicBezTo>
                <a:cubicBezTo>
                  <a:pt x="1840495" y="1477617"/>
                  <a:pt x="1867224" y="1475769"/>
                  <a:pt x="1893504" y="1470991"/>
                </a:cubicBezTo>
                <a:cubicBezTo>
                  <a:pt x="1903812" y="1469117"/>
                  <a:pt x="1913095" y="1463325"/>
                  <a:pt x="1923322" y="1461052"/>
                </a:cubicBezTo>
                <a:cubicBezTo>
                  <a:pt x="1942995" y="1456680"/>
                  <a:pt x="1963079" y="1454426"/>
                  <a:pt x="1982957" y="1451113"/>
                </a:cubicBezTo>
                <a:cubicBezTo>
                  <a:pt x="2065222" y="1423691"/>
                  <a:pt x="1936726" y="1465154"/>
                  <a:pt x="2112165" y="1421295"/>
                </a:cubicBezTo>
                <a:cubicBezTo>
                  <a:pt x="2124904" y="1418110"/>
                  <a:pt x="2167479" y="1408547"/>
                  <a:pt x="2181739" y="1401417"/>
                </a:cubicBezTo>
                <a:cubicBezTo>
                  <a:pt x="2192423" y="1396075"/>
                  <a:pt x="2201618" y="1388165"/>
                  <a:pt x="2211557" y="1381539"/>
                </a:cubicBezTo>
                <a:cubicBezTo>
                  <a:pt x="2218183" y="1371600"/>
                  <a:pt x="2223973" y="1361050"/>
                  <a:pt x="2231435" y="1351722"/>
                </a:cubicBezTo>
                <a:cubicBezTo>
                  <a:pt x="2237289" y="1344405"/>
                  <a:pt x="2246492" y="1339878"/>
                  <a:pt x="2251313" y="1331843"/>
                </a:cubicBezTo>
                <a:cubicBezTo>
                  <a:pt x="2256703" y="1322859"/>
                  <a:pt x="2257939" y="1311965"/>
                  <a:pt x="2261252" y="1302026"/>
                </a:cubicBezTo>
                <a:cubicBezTo>
                  <a:pt x="2265652" y="1271222"/>
                  <a:pt x="2281130" y="1168052"/>
                  <a:pt x="2281130" y="1143000"/>
                </a:cubicBezTo>
                <a:cubicBezTo>
                  <a:pt x="2281130" y="1050176"/>
                  <a:pt x="2276806" y="957358"/>
                  <a:pt x="2271191" y="864704"/>
                </a:cubicBezTo>
                <a:cubicBezTo>
                  <a:pt x="2270409" y="851798"/>
                  <a:pt x="2259641" y="801847"/>
                  <a:pt x="2251313" y="785191"/>
                </a:cubicBezTo>
                <a:cubicBezTo>
                  <a:pt x="2245971" y="774507"/>
                  <a:pt x="2238061" y="765313"/>
                  <a:pt x="2231435" y="755374"/>
                </a:cubicBezTo>
                <a:cubicBezTo>
                  <a:pt x="2224809" y="735496"/>
                  <a:pt x="2228991" y="707362"/>
                  <a:pt x="2211557" y="695739"/>
                </a:cubicBezTo>
                <a:cubicBezTo>
                  <a:pt x="2143205" y="650170"/>
                  <a:pt x="2174587" y="663537"/>
                  <a:pt x="2122104" y="646043"/>
                </a:cubicBezTo>
                <a:cubicBezTo>
                  <a:pt x="2079035" y="649356"/>
                  <a:pt x="2035797" y="650935"/>
                  <a:pt x="1992896" y="655982"/>
                </a:cubicBezTo>
                <a:cubicBezTo>
                  <a:pt x="1979329" y="657578"/>
                  <a:pt x="1966223" y="661997"/>
                  <a:pt x="1953139" y="665922"/>
                </a:cubicBezTo>
                <a:cubicBezTo>
                  <a:pt x="1933069" y="671943"/>
                  <a:pt x="1913382" y="679174"/>
                  <a:pt x="1893504" y="685800"/>
                </a:cubicBezTo>
                <a:lnTo>
                  <a:pt x="1833870" y="705678"/>
                </a:lnTo>
                <a:lnTo>
                  <a:pt x="1744417" y="735495"/>
                </a:lnTo>
                <a:lnTo>
                  <a:pt x="1714600" y="745435"/>
                </a:lnTo>
                <a:lnTo>
                  <a:pt x="1684783" y="755374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8874C650-D032-29BA-809C-65648F34A62F}"/>
              </a:ext>
            </a:extLst>
          </p:cNvPr>
          <p:cNvSpPr/>
          <p:nvPr/>
        </p:nvSpPr>
        <p:spPr>
          <a:xfrm>
            <a:off x="5004539" y="4492487"/>
            <a:ext cx="3215122" cy="1192696"/>
          </a:xfrm>
          <a:custGeom>
            <a:avLst/>
            <a:gdLst>
              <a:gd name="connsiteX0" fmla="*/ 879426 w 3215122"/>
              <a:gd name="connsiteY0" fmla="*/ 407504 h 1192696"/>
              <a:gd name="connsiteX1" fmla="*/ 988757 w 3215122"/>
              <a:gd name="connsiteY1" fmla="*/ 387626 h 1192696"/>
              <a:gd name="connsiteX2" fmla="*/ 1048391 w 3215122"/>
              <a:gd name="connsiteY2" fmla="*/ 347870 h 1192696"/>
              <a:gd name="connsiteX3" fmla="*/ 1078209 w 3215122"/>
              <a:gd name="connsiteY3" fmla="*/ 327991 h 1192696"/>
              <a:gd name="connsiteX4" fmla="*/ 1137844 w 3215122"/>
              <a:gd name="connsiteY4" fmla="*/ 308113 h 1192696"/>
              <a:gd name="connsiteX5" fmla="*/ 1167661 w 3215122"/>
              <a:gd name="connsiteY5" fmla="*/ 288235 h 1192696"/>
              <a:gd name="connsiteX6" fmla="*/ 1197478 w 3215122"/>
              <a:gd name="connsiteY6" fmla="*/ 278296 h 1192696"/>
              <a:gd name="connsiteX7" fmla="*/ 1217357 w 3215122"/>
              <a:gd name="connsiteY7" fmla="*/ 258417 h 1192696"/>
              <a:gd name="connsiteX8" fmla="*/ 1276991 w 3215122"/>
              <a:gd name="connsiteY8" fmla="*/ 238539 h 1192696"/>
              <a:gd name="connsiteX9" fmla="*/ 1316748 w 3215122"/>
              <a:gd name="connsiteY9" fmla="*/ 218661 h 1192696"/>
              <a:gd name="connsiteX10" fmla="*/ 1386322 w 3215122"/>
              <a:gd name="connsiteY10" fmla="*/ 198783 h 1192696"/>
              <a:gd name="connsiteX11" fmla="*/ 1445957 w 3215122"/>
              <a:gd name="connsiteY11" fmla="*/ 178904 h 1192696"/>
              <a:gd name="connsiteX12" fmla="*/ 1485713 w 3215122"/>
              <a:gd name="connsiteY12" fmla="*/ 168965 h 1192696"/>
              <a:gd name="connsiteX13" fmla="*/ 1545348 w 3215122"/>
              <a:gd name="connsiteY13" fmla="*/ 149087 h 1192696"/>
              <a:gd name="connsiteX14" fmla="*/ 1595044 w 3215122"/>
              <a:gd name="connsiteY14" fmla="*/ 139148 h 1192696"/>
              <a:gd name="connsiteX15" fmla="*/ 1624861 w 3215122"/>
              <a:gd name="connsiteY15" fmla="*/ 129209 h 1192696"/>
              <a:gd name="connsiteX16" fmla="*/ 1674557 w 3215122"/>
              <a:gd name="connsiteY16" fmla="*/ 119270 h 1192696"/>
              <a:gd name="connsiteX17" fmla="*/ 1734191 w 3215122"/>
              <a:gd name="connsiteY17" fmla="*/ 89452 h 1192696"/>
              <a:gd name="connsiteX18" fmla="*/ 1754070 w 3215122"/>
              <a:gd name="connsiteY18" fmla="*/ 69574 h 1192696"/>
              <a:gd name="connsiteX19" fmla="*/ 1813704 w 3215122"/>
              <a:gd name="connsiteY19" fmla="*/ 49696 h 1192696"/>
              <a:gd name="connsiteX20" fmla="*/ 1843522 w 3215122"/>
              <a:gd name="connsiteY20" fmla="*/ 39756 h 1192696"/>
              <a:gd name="connsiteX21" fmla="*/ 2072122 w 3215122"/>
              <a:gd name="connsiteY21" fmla="*/ 19878 h 1192696"/>
              <a:gd name="connsiteX22" fmla="*/ 2241087 w 3215122"/>
              <a:gd name="connsiteY22" fmla="*/ 0 h 1192696"/>
              <a:gd name="connsiteX23" fmla="*/ 2847374 w 3215122"/>
              <a:gd name="connsiteY23" fmla="*/ 9939 h 1192696"/>
              <a:gd name="connsiteX24" fmla="*/ 2956704 w 3215122"/>
              <a:gd name="connsiteY24" fmla="*/ 19878 h 1192696"/>
              <a:gd name="connsiteX25" fmla="*/ 3066035 w 3215122"/>
              <a:gd name="connsiteY25" fmla="*/ 39756 h 1192696"/>
              <a:gd name="connsiteX26" fmla="*/ 3135609 w 3215122"/>
              <a:gd name="connsiteY26" fmla="*/ 79513 h 1192696"/>
              <a:gd name="connsiteX27" fmla="*/ 3185304 w 3215122"/>
              <a:gd name="connsiteY27" fmla="*/ 139148 h 1192696"/>
              <a:gd name="connsiteX28" fmla="*/ 3195244 w 3215122"/>
              <a:gd name="connsiteY28" fmla="*/ 168965 h 1192696"/>
              <a:gd name="connsiteX29" fmla="*/ 3215122 w 3215122"/>
              <a:gd name="connsiteY29" fmla="*/ 298174 h 1192696"/>
              <a:gd name="connsiteX30" fmla="*/ 3205183 w 3215122"/>
              <a:gd name="connsiteY30" fmla="*/ 387626 h 1192696"/>
              <a:gd name="connsiteX31" fmla="*/ 3185304 w 3215122"/>
              <a:gd name="connsiteY31" fmla="*/ 427383 h 1192696"/>
              <a:gd name="connsiteX32" fmla="*/ 3165426 w 3215122"/>
              <a:gd name="connsiteY32" fmla="*/ 487017 h 1192696"/>
              <a:gd name="connsiteX33" fmla="*/ 3125670 w 3215122"/>
              <a:gd name="connsiteY33" fmla="*/ 556591 h 1192696"/>
              <a:gd name="connsiteX34" fmla="*/ 3105791 w 3215122"/>
              <a:gd name="connsiteY34" fmla="*/ 576470 h 1192696"/>
              <a:gd name="connsiteX35" fmla="*/ 3095852 w 3215122"/>
              <a:gd name="connsiteY35" fmla="*/ 606287 h 1192696"/>
              <a:gd name="connsiteX36" fmla="*/ 2986522 w 3215122"/>
              <a:gd name="connsiteY36" fmla="*/ 695739 h 1192696"/>
              <a:gd name="connsiteX37" fmla="*/ 2956704 w 3215122"/>
              <a:gd name="connsiteY37" fmla="*/ 715617 h 1192696"/>
              <a:gd name="connsiteX38" fmla="*/ 2916948 w 3215122"/>
              <a:gd name="connsiteY38" fmla="*/ 745435 h 1192696"/>
              <a:gd name="connsiteX39" fmla="*/ 2777800 w 3215122"/>
              <a:gd name="connsiteY39" fmla="*/ 824948 h 1192696"/>
              <a:gd name="connsiteX40" fmla="*/ 2708226 w 3215122"/>
              <a:gd name="connsiteY40" fmla="*/ 854765 h 1192696"/>
              <a:gd name="connsiteX41" fmla="*/ 2638652 w 3215122"/>
              <a:gd name="connsiteY41" fmla="*/ 894522 h 1192696"/>
              <a:gd name="connsiteX42" fmla="*/ 2539261 w 3215122"/>
              <a:gd name="connsiteY42" fmla="*/ 944217 h 1192696"/>
              <a:gd name="connsiteX43" fmla="*/ 2509444 w 3215122"/>
              <a:gd name="connsiteY43" fmla="*/ 964096 h 1192696"/>
              <a:gd name="connsiteX44" fmla="*/ 2459748 w 3215122"/>
              <a:gd name="connsiteY44" fmla="*/ 983974 h 1192696"/>
              <a:gd name="connsiteX45" fmla="*/ 2429931 w 3215122"/>
              <a:gd name="connsiteY45" fmla="*/ 1003852 h 1192696"/>
              <a:gd name="connsiteX46" fmla="*/ 2330539 w 3215122"/>
              <a:gd name="connsiteY46" fmla="*/ 1043609 h 1192696"/>
              <a:gd name="connsiteX47" fmla="*/ 2181452 w 3215122"/>
              <a:gd name="connsiteY47" fmla="*/ 1053548 h 1192696"/>
              <a:gd name="connsiteX48" fmla="*/ 2062183 w 3215122"/>
              <a:gd name="connsiteY48" fmla="*/ 1073426 h 1192696"/>
              <a:gd name="connsiteX49" fmla="*/ 1972731 w 3215122"/>
              <a:gd name="connsiteY49" fmla="*/ 1093304 h 1192696"/>
              <a:gd name="connsiteX50" fmla="*/ 1893218 w 3215122"/>
              <a:gd name="connsiteY50" fmla="*/ 1103243 h 1192696"/>
              <a:gd name="connsiteX51" fmla="*/ 1823644 w 3215122"/>
              <a:gd name="connsiteY51" fmla="*/ 1123122 h 1192696"/>
              <a:gd name="connsiteX52" fmla="*/ 1674557 w 3215122"/>
              <a:gd name="connsiteY52" fmla="*/ 1143000 h 1192696"/>
              <a:gd name="connsiteX53" fmla="*/ 1634800 w 3215122"/>
              <a:gd name="connsiteY53" fmla="*/ 1152939 h 1192696"/>
              <a:gd name="connsiteX54" fmla="*/ 1585104 w 3215122"/>
              <a:gd name="connsiteY54" fmla="*/ 1162878 h 1192696"/>
              <a:gd name="connsiteX55" fmla="*/ 1525470 w 3215122"/>
              <a:gd name="connsiteY55" fmla="*/ 1182756 h 1192696"/>
              <a:gd name="connsiteX56" fmla="*/ 919183 w 3215122"/>
              <a:gd name="connsiteY56" fmla="*/ 1192696 h 1192696"/>
              <a:gd name="connsiteX57" fmla="*/ 621009 w 3215122"/>
              <a:gd name="connsiteY57" fmla="*/ 1182756 h 1192696"/>
              <a:gd name="connsiteX58" fmla="*/ 571313 w 3215122"/>
              <a:gd name="connsiteY58" fmla="*/ 1162878 h 1192696"/>
              <a:gd name="connsiteX59" fmla="*/ 531557 w 3215122"/>
              <a:gd name="connsiteY59" fmla="*/ 1152939 h 1192696"/>
              <a:gd name="connsiteX60" fmla="*/ 481861 w 3215122"/>
              <a:gd name="connsiteY60" fmla="*/ 1133061 h 1192696"/>
              <a:gd name="connsiteX61" fmla="*/ 452044 w 3215122"/>
              <a:gd name="connsiteY61" fmla="*/ 1123122 h 1192696"/>
              <a:gd name="connsiteX62" fmla="*/ 412287 w 3215122"/>
              <a:gd name="connsiteY62" fmla="*/ 1103243 h 1192696"/>
              <a:gd name="connsiteX63" fmla="*/ 312896 w 3215122"/>
              <a:gd name="connsiteY63" fmla="*/ 1083365 h 1192696"/>
              <a:gd name="connsiteX64" fmla="*/ 273139 w 3215122"/>
              <a:gd name="connsiteY64" fmla="*/ 1073426 h 1192696"/>
              <a:gd name="connsiteX65" fmla="*/ 312896 w 3215122"/>
              <a:gd name="connsiteY65" fmla="*/ 1063487 h 1192696"/>
              <a:gd name="connsiteX66" fmla="*/ 273139 w 3215122"/>
              <a:gd name="connsiteY66" fmla="*/ 1043609 h 1192696"/>
              <a:gd name="connsiteX67" fmla="*/ 203565 w 3215122"/>
              <a:gd name="connsiteY67" fmla="*/ 974035 h 1192696"/>
              <a:gd name="connsiteX68" fmla="*/ 183687 w 3215122"/>
              <a:gd name="connsiteY68" fmla="*/ 954156 h 1192696"/>
              <a:gd name="connsiteX69" fmla="*/ 163809 w 3215122"/>
              <a:gd name="connsiteY69" fmla="*/ 924339 h 1192696"/>
              <a:gd name="connsiteX70" fmla="*/ 114113 w 3215122"/>
              <a:gd name="connsiteY70" fmla="*/ 874643 h 1192696"/>
              <a:gd name="connsiteX71" fmla="*/ 84296 w 3215122"/>
              <a:gd name="connsiteY71" fmla="*/ 815009 h 1192696"/>
              <a:gd name="connsiteX72" fmla="*/ 54478 w 3215122"/>
              <a:gd name="connsiteY72" fmla="*/ 755374 h 1192696"/>
              <a:gd name="connsiteX73" fmla="*/ 44539 w 3215122"/>
              <a:gd name="connsiteY73" fmla="*/ 725556 h 1192696"/>
              <a:gd name="connsiteX74" fmla="*/ 34600 w 3215122"/>
              <a:gd name="connsiteY74" fmla="*/ 685800 h 1192696"/>
              <a:gd name="connsiteX75" fmla="*/ 14722 w 3215122"/>
              <a:gd name="connsiteY75" fmla="*/ 655983 h 1192696"/>
              <a:gd name="connsiteX76" fmla="*/ 14722 w 3215122"/>
              <a:gd name="connsiteY76" fmla="*/ 536713 h 1192696"/>
              <a:gd name="connsiteX77" fmla="*/ 54478 w 3215122"/>
              <a:gd name="connsiteY77" fmla="*/ 496956 h 1192696"/>
              <a:gd name="connsiteX78" fmla="*/ 163809 w 3215122"/>
              <a:gd name="connsiteY78" fmla="*/ 427383 h 1192696"/>
              <a:gd name="connsiteX79" fmla="*/ 183687 w 3215122"/>
              <a:gd name="connsiteY79" fmla="*/ 407504 h 1192696"/>
              <a:gd name="connsiteX80" fmla="*/ 223444 w 3215122"/>
              <a:gd name="connsiteY80" fmla="*/ 387626 h 1192696"/>
              <a:gd name="connsiteX81" fmla="*/ 283078 w 3215122"/>
              <a:gd name="connsiteY81" fmla="*/ 347870 h 1192696"/>
              <a:gd name="connsiteX82" fmla="*/ 302957 w 3215122"/>
              <a:gd name="connsiteY82" fmla="*/ 327991 h 1192696"/>
              <a:gd name="connsiteX83" fmla="*/ 362591 w 3215122"/>
              <a:gd name="connsiteY83" fmla="*/ 308113 h 1192696"/>
              <a:gd name="connsiteX84" fmla="*/ 551435 w 3215122"/>
              <a:gd name="connsiteY84" fmla="*/ 318052 h 1192696"/>
              <a:gd name="connsiteX85" fmla="*/ 581252 w 3215122"/>
              <a:gd name="connsiteY85" fmla="*/ 327991 h 1192696"/>
              <a:gd name="connsiteX86" fmla="*/ 640887 w 3215122"/>
              <a:gd name="connsiteY86" fmla="*/ 357809 h 1192696"/>
              <a:gd name="connsiteX87" fmla="*/ 939061 w 3215122"/>
              <a:gd name="connsiteY87" fmla="*/ 367748 h 1192696"/>
              <a:gd name="connsiteX88" fmla="*/ 978818 w 3215122"/>
              <a:gd name="connsiteY88" fmla="*/ 407504 h 1192696"/>
              <a:gd name="connsiteX89" fmla="*/ 988757 w 3215122"/>
              <a:gd name="connsiteY89" fmla="*/ 407504 h 119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215122" h="1192696">
                <a:moveTo>
                  <a:pt x="879426" y="407504"/>
                </a:moveTo>
                <a:cubicBezTo>
                  <a:pt x="887511" y="406349"/>
                  <a:pt x="970012" y="396998"/>
                  <a:pt x="988757" y="387626"/>
                </a:cubicBezTo>
                <a:cubicBezTo>
                  <a:pt x="1010125" y="376942"/>
                  <a:pt x="1028513" y="361122"/>
                  <a:pt x="1048391" y="347870"/>
                </a:cubicBezTo>
                <a:cubicBezTo>
                  <a:pt x="1058330" y="341244"/>
                  <a:pt x="1066876" y="331768"/>
                  <a:pt x="1078209" y="327991"/>
                </a:cubicBezTo>
                <a:lnTo>
                  <a:pt x="1137844" y="308113"/>
                </a:lnTo>
                <a:cubicBezTo>
                  <a:pt x="1147783" y="301487"/>
                  <a:pt x="1156977" y="293577"/>
                  <a:pt x="1167661" y="288235"/>
                </a:cubicBezTo>
                <a:cubicBezTo>
                  <a:pt x="1177032" y="283550"/>
                  <a:pt x="1188494" y="283686"/>
                  <a:pt x="1197478" y="278296"/>
                </a:cubicBezTo>
                <a:cubicBezTo>
                  <a:pt x="1205514" y="273475"/>
                  <a:pt x="1208975" y="262608"/>
                  <a:pt x="1217357" y="258417"/>
                </a:cubicBezTo>
                <a:cubicBezTo>
                  <a:pt x="1236098" y="249046"/>
                  <a:pt x="1258250" y="247909"/>
                  <a:pt x="1276991" y="238539"/>
                </a:cubicBezTo>
                <a:cubicBezTo>
                  <a:pt x="1290243" y="231913"/>
                  <a:pt x="1303129" y="224497"/>
                  <a:pt x="1316748" y="218661"/>
                </a:cubicBezTo>
                <a:cubicBezTo>
                  <a:pt x="1342731" y="207526"/>
                  <a:pt x="1358297" y="207191"/>
                  <a:pt x="1386322" y="198783"/>
                </a:cubicBezTo>
                <a:cubicBezTo>
                  <a:pt x="1406392" y="192762"/>
                  <a:pt x="1425629" y="183986"/>
                  <a:pt x="1445957" y="178904"/>
                </a:cubicBezTo>
                <a:cubicBezTo>
                  <a:pt x="1459209" y="175591"/>
                  <a:pt x="1472629" y="172890"/>
                  <a:pt x="1485713" y="168965"/>
                </a:cubicBezTo>
                <a:cubicBezTo>
                  <a:pt x="1505783" y="162944"/>
                  <a:pt x="1524801" y="153196"/>
                  <a:pt x="1545348" y="149087"/>
                </a:cubicBezTo>
                <a:cubicBezTo>
                  <a:pt x="1561913" y="145774"/>
                  <a:pt x="1578655" y="143245"/>
                  <a:pt x="1595044" y="139148"/>
                </a:cubicBezTo>
                <a:cubicBezTo>
                  <a:pt x="1605208" y="136607"/>
                  <a:pt x="1614697" y="131750"/>
                  <a:pt x="1624861" y="129209"/>
                </a:cubicBezTo>
                <a:cubicBezTo>
                  <a:pt x="1641250" y="125112"/>
                  <a:pt x="1658168" y="123367"/>
                  <a:pt x="1674557" y="119270"/>
                </a:cubicBezTo>
                <a:cubicBezTo>
                  <a:pt x="1701277" y="112590"/>
                  <a:pt x="1712109" y="107117"/>
                  <a:pt x="1734191" y="89452"/>
                </a:cubicBezTo>
                <a:cubicBezTo>
                  <a:pt x="1741508" y="83598"/>
                  <a:pt x="1745688" y="73765"/>
                  <a:pt x="1754070" y="69574"/>
                </a:cubicBezTo>
                <a:cubicBezTo>
                  <a:pt x="1772811" y="60204"/>
                  <a:pt x="1793826" y="56322"/>
                  <a:pt x="1813704" y="49696"/>
                </a:cubicBezTo>
                <a:cubicBezTo>
                  <a:pt x="1823643" y="46383"/>
                  <a:pt x="1833084" y="40664"/>
                  <a:pt x="1843522" y="39756"/>
                </a:cubicBezTo>
                <a:cubicBezTo>
                  <a:pt x="1919722" y="33130"/>
                  <a:pt x="1996403" y="30695"/>
                  <a:pt x="2072122" y="19878"/>
                </a:cubicBezTo>
                <a:cubicBezTo>
                  <a:pt x="2174657" y="5230"/>
                  <a:pt x="2118385" y="12270"/>
                  <a:pt x="2241087" y="0"/>
                </a:cubicBezTo>
                <a:lnTo>
                  <a:pt x="2847374" y="9939"/>
                </a:lnTo>
                <a:cubicBezTo>
                  <a:pt x="2883954" y="10955"/>
                  <a:pt x="2920334" y="15837"/>
                  <a:pt x="2956704" y="19878"/>
                </a:cubicBezTo>
                <a:cubicBezTo>
                  <a:pt x="3020807" y="27000"/>
                  <a:pt x="3014626" y="26904"/>
                  <a:pt x="3066035" y="39756"/>
                </a:cubicBezTo>
                <a:cubicBezTo>
                  <a:pt x="3090333" y="51906"/>
                  <a:pt x="3114540" y="61955"/>
                  <a:pt x="3135609" y="79513"/>
                </a:cubicBezTo>
                <a:cubicBezTo>
                  <a:pt x="3154452" y="95215"/>
                  <a:pt x="3174134" y="116809"/>
                  <a:pt x="3185304" y="139148"/>
                </a:cubicBezTo>
                <a:cubicBezTo>
                  <a:pt x="3189989" y="148519"/>
                  <a:pt x="3192703" y="158801"/>
                  <a:pt x="3195244" y="168965"/>
                </a:cubicBezTo>
                <a:cubicBezTo>
                  <a:pt x="3206626" y="214492"/>
                  <a:pt x="3209088" y="249902"/>
                  <a:pt x="3215122" y="298174"/>
                </a:cubicBezTo>
                <a:cubicBezTo>
                  <a:pt x="3211809" y="327991"/>
                  <a:pt x="3211929" y="358393"/>
                  <a:pt x="3205183" y="387626"/>
                </a:cubicBezTo>
                <a:cubicBezTo>
                  <a:pt x="3201851" y="402063"/>
                  <a:pt x="3190807" y="413626"/>
                  <a:pt x="3185304" y="427383"/>
                </a:cubicBezTo>
                <a:cubicBezTo>
                  <a:pt x="3177522" y="446838"/>
                  <a:pt x="3174796" y="468276"/>
                  <a:pt x="3165426" y="487017"/>
                </a:cubicBezTo>
                <a:cubicBezTo>
                  <a:pt x="3151822" y="514225"/>
                  <a:pt x="3144402" y="533177"/>
                  <a:pt x="3125670" y="556591"/>
                </a:cubicBezTo>
                <a:cubicBezTo>
                  <a:pt x="3119816" y="563909"/>
                  <a:pt x="3112417" y="569844"/>
                  <a:pt x="3105791" y="576470"/>
                </a:cubicBezTo>
                <a:cubicBezTo>
                  <a:pt x="3102478" y="586409"/>
                  <a:pt x="3102138" y="597906"/>
                  <a:pt x="3095852" y="606287"/>
                </a:cubicBezTo>
                <a:cubicBezTo>
                  <a:pt x="3062556" y="650682"/>
                  <a:pt x="3031697" y="665623"/>
                  <a:pt x="2986522" y="695739"/>
                </a:cubicBezTo>
                <a:cubicBezTo>
                  <a:pt x="2976583" y="702365"/>
                  <a:pt x="2966260" y="708450"/>
                  <a:pt x="2956704" y="715617"/>
                </a:cubicBezTo>
                <a:cubicBezTo>
                  <a:pt x="2943452" y="725556"/>
                  <a:pt x="2930882" y="736477"/>
                  <a:pt x="2916948" y="745435"/>
                </a:cubicBezTo>
                <a:cubicBezTo>
                  <a:pt x="2877132" y="771032"/>
                  <a:pt x="2824396" y="803768"/>
                  <a:pt x="2777800" y="824948"/>
                </a:cubicBezTo>
                <a:cubicBezTo>
                  <a:pt x="2754830" y="835389"/>
                  <a:pt x="2730794" y="843481"/>
                  <a:pt x="2708226" y="854765"/>
                </a:cubicBezTo>
                <a:cubicBezTo>
                  <a:pt x="2684335" y="866710"/>
                  <a:pt x="2662259" y="882024"/>
                  <a:pt x="2638652" y="894522"/>
                </a:cubicBezTo>
                <a:cubicBezTo>
                  <a:pt x="2605916" y="911853"/>
                  <a:pt x="2570080" y="923670"/>
                  <a:pt x="2539261" y="944217"/>
                </a:cubicBezTo>
                <a:cubicBezTo>
                  <a:pt x="2529322" y="950843"/>
                  <a:pt x="2520128" y="958754"/>
                  <a:pt x="2509444" y="964096"/>
                </a:cubicBezTo>
                <a:cubicBezTo>
                  <a:pt x="2493486" y="972075"/>
                  <a:pt x="2475706" y="975995"/>
                  <a:pt x="2459748" y="983974"/>
                </a:cubicBezTo>
                <a:cubicBezTo>
                  <a:pt x="2449064" y="989316"/>
                  <a:pt x="2440302" y="997926"/>
                  <a:pt x="2429931" y="1003852"/>
                </a:cubicBezTo>
                <a:cubicBezTo>
                  <a:pt x="2407241" y="1016817"/>
                  <a:pt x="2353589" y="1042072"/>
                  <a:pt x="2330539" y="1043609"/>
                </a:cubicBezTo>
                <a:lnTo>
                  <a:pt x="2181452" y="1053548"/>
                </a:lnTo>
                <a:cubicBezTo>
                  <a:pt x="2141696" y="1060174"/>
                  <a:pt x="2101284" y="1063651"/>
                  <a:pt x="2062183" y="1073426"/>
                </a:cubicBezTo>
                <a:cubicBezTo>
                  <a:pt x="2030527" y="1081340"/>
                  <a:pt x="2005535" y="1088257"/>
                  <a:pt x="1972731" y="1093304"/>
                </a:cubicBezTo>
                <a:cubicBezTo>
                  <a:pt x="1946331" y="1097366"/>
                  <a:pt x="1919722" y="1099930"/>
                  <a:pt x="1893218" y="1103243"/>
                </a:cubicBezTo>
                <a:cubicBezTo>
                  <a:pt x="1870027" y="1109869"/>
                  <a:pt x="1847396" y="1118930"/>
                  <a:pt x="1823644" y="1123122"/>
                </a:cubicBezTo>
                <a:cubicBezTo>
                  <a:pt x="1592017" y="1163998"/>
                  <a:pt x="1815464" y="1111688"/>
                  <a:pt x="1674557" y="1143000"/>
                </a:cubicBezTo>
                <a:cubicBezTo>
                  <a:pt x="1661222" y="1145963"/>
                  <a:pt x="1648135" y="1149976"/>
                  <a:pt x="1634800" y="1152939"/>
                </a:cubicBezTo>
                <a:cubicBezTo>
                  <a:pt x="1618309" y="1156604"/>
                  <a:pt x="1601402" y="1158433"/>
                  <a:pt x="1585104" y="1162878"/>
                </a:cubicBezTo>
                <a:cubicBezTo>
                  <a:pt x="1564889" y="1168391"/>
                  <a:pt x="1546420" y="1182413"/>
                  <a:pt x="1525470" y="1182756"/>
                </a:cubicBezTo>
                <a:lnTo>
                  <a:pt x="919183" y="1192696"/>
                </a:lnTo>
                <a:cubicBezTo>
                  <a:pt x="819792" y="1189383"/>
                  <a:pt x="720092" y="1191249"/>
                  <a:pt x="621009" y="1182756"/>
                </a:cubicBezTo>
                <a:cubicBezTo>
                  <a:pt x="603233" y="1181232"/>
                  <a:pt x="588239" y="1168520"/>
                  <a:pt x="571313" y="1162878"/>
                </a:cubicBezTo>
                <a:cubicBezTo>
                  <a:pt x="558354" y="1158558"/>
                  <a:pt x="544516" y="1157259"/>
                  <a:pt x="531557" y="1152939"/>
                </a:cubicBezTo>
                <a:cubicBezTo>
                  <a:pt x="514631" y="1147297"/>
                  <a:pt x="498566" y="1139325"/>
                  <a:pt x="481861" y="1133061"/>
                </a:cubicBezTo>
                <a:cubicBezTo>
                  <a:pt x="472051" y="1129382"/>
                  <a:pt x="461674" y="1127249"/>
                  <a:pt x="452044" y="1123122"/>
                </a:cubicBezTo>
                <a:cubicBezTo>
                  <a:pt x="438425" y="1117285"/>
                  <a:pt x="426160" y="1108446"/>
                  <a:pt x="412287" y="1103243"/>
                </a:cubicBezTo>
                <a:cubicBezTo>
                  <a:pt x="385904" y="1093349"/>
                  <a:pt x="337432" y="1088272"/>
                  <a:pt x="312896" y="1083365"/>
                </a:cubicBezTo>
                <a:cubicBezTo>
                  <a:pt x="299501" y="1080686"/>
                  <a:pt x="286391" y="1076739"/>
                  <a:pt x="273139" y="1073426"/>
                </a:cubicBezTo>
                <a:cubicBezTo>
                  <a:pt x="286391" y="1070113"/>
                  <a:pt x="312896" y="1077147"/>
                  <a:pt x="312896" y="1063487"/>
                </a:cubicBezTo>
                <a:cubicBezTo>
                  <a:pt x="312896" y="1048671"/>
                  <a:pt x="284606" y="1052991"/>
                  <a:pt x="273139" y="1043609"/>
                </a:cubicBezTo>
                <a:cubicBezTo>
                  <a:pt x="247755" y="1022840"/>
                  <a:pt x="226756" y="997226"/>
                  <a:pt x="203565" y="974035"/>
                </a:cubicBezTo>
                <a:cubicBezTo>
                  <a:pt x="196939" y="967409"/>
                  <a:pt x="188885" y="961953"/>
                  <a:pt x="183687" y="954156"/>
                </a:cubicBezTo>
                <a:cubicBezTo>
                  <a:pt x="177061" y="944217"/>
                  <a:pt x="171675" y="933329"/>
                  <a:pt x="163809" y="924339"/>
                </a:cubicBezTo>
                <a:cubicBezTo>
                  <a:pt x="148382" y="906708"/>
                  <a:pt x="114113" y="874643"/>
                  <a:pt x="114113" y="874643"/>
                </a:cubicBezTo>
                <a:cubicBezTo>
                  <a:pt x="89130" y="799694"/>
                  <a:pt x="122831" y="892081"/>
                  <a:pt x="84296" y="815009"/>
                </a:cubicBezTo>
                <a:cubicBezTo>
                  <a:pt x="43151" y="732718"/>
                  <a:pt x="111442" y="840815"/>
                  <a:pt x="54478" y="755374"/>
                </a:cubicBezTo>
                <a:cubicBezTo>
                  <a:pt x="51165" y="745435"/>
                  <a:pt x="47417" y="735630"/>
                  <a:pt x="44539" y="725556"/>
                </a:cubicBezTo>
                <a:cubicBezTo>
                  <a:pt x="40786" y="712422"/>
                  <a:pt x="39981" y="698355"/>
                  <a:pt x="34600" y="685800"/>
                </a:cubicBezTo>
                <a:cubicBezTo>
                  <a:pt x="29895" y="674821"/>
                  <a:pt x="21348" y="665922"/>
                  <a:pt x="14722" y="655983"/>
                </a:cubicBezTo>
                <a:cubicBezTo>
                  <a:pt x="-275" y="610989"/>
                  <a:pt x="-9055" y="598534"/>
                  <a:pt x="14722" y="536713"/>
                </a:cubicBezTo>
                <a:cubicBezTo>
                  <a:pt x="21450" y="519221"/>
                  <a:pt x="39843" y="508664"/>
                  <a:pt x="54478" y="496956"/>
                </a:cubicBezTo>
                <a:cubicBezTo>
                  <a:pt x="128147" y="438021"/>
                  <a:pt x="95276" y="476335"/>
                  <a:pt x="163809" y="427383"/>
                </a:cubicBezTo>
                <a:cubicBezTo>
                  <a:pt x="171434" y="421936"/>
                  <a:pt x="175890" y="412702"/>
                  <a:pt x="183687" y="407504"/>
                </a:cubicBezTo>
                <a:cubicBezTo>
                  <a:pt x="196015" y="399285"/>
                  <a:pt x="210739" y="395249"/>
                  <a:pt x="223444" y="387626"/>
                </a:cubicBezTo>
                <a:cubicBezTo>
                  <a:pt x="243930" y="375335"/>
                  <a:pt x="266185" y="364763"/>
                  <a:pt x="283078" y="347870"/>
                </a:cubicBezTo>
                <a:cubicBezTo>
                  <a:pt x="289704" y="341244"/>
                  <a:pt x="294575" y="332182"/>
                  <a:pt x="302957" y="327991"/>
                </a:cubicBezTo>
                <a:cubicBezTo>
                  <a:pt x="321698" y="318620"/>
                  <a:pt x="362591" y="308113"/>
                  <a:pt x="362591" y="308113"/>
                </a:cubicBezTo>
                <a:cubicBezTo>
                  <a:pt x="425539" y="311426"/>
                  <a:pt x="488659" y="312345"/>
                  <a:pt x="551435" y="318052"/>
                </a:cubicBezTo>
                <a:cubicBezTo>
                  <a:pt x="561869" y="319000"/>
                  <a:pt x="571881" y="323306"/>
                  <a:pt x="581252" y="327991"/>
                </a:cubicBezTo>
                <a:cubicBezTo>
                  <a:pt x="605282" y="340006"/>
                  <a:pt x="612459" y="356086"/>
                  <a:pt x="640887" y="357809"/>
                </a:cubicBezTo>
                <a:cubicBezTo>
                  <a:pt x="740151" y="363825"/>
                  <a:pt x="839670" y="364435"/>
                  <a:pt x="939061" y="367748"/>
                </a:cubicBezTo>
                <a:cubicBezTo>
                  <a:pt x="951108" y="403890"/>
                  <a:pt x="940266" y="397866"/>
                  <a:pt x="978818" y="407504"/>
                </a:cubicBezTo>
                <a:cubicBezTo>
                  <a:pt x="982032" y="408308"/>
                  <a:pt x="985444" y="407504"/>
                  <a:pt x="988757" y="407504"/>
                </a:cubicBezTo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E2E806-405B-CB64-326A-8476A9FDF353}"/>
              </a:ext>
            </a:extLst>
          </p:cNvPr>
          <p:cNvSpPr txBox="1"/>
          <p:nvPr/>
        </p:nvSpPr>
        <p:spPr>
          <a:xfrm>
            <a:off x="7225591" y="4760152"/>
            <a:ext cx="1044489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B050"/>
                </a:solidFill>
              </a:rPr>
              <a:t>Area</a:t>
            </a:r>
            <a:r>
              <a:rPr kumimoji="1" lang="zh-CN" altLang="en-US" dirty="0">
                <a:solidFill>
                  <a:srgbClr val="00B050"/>
                </a:solidFill>
              </a:rPr>
              <a:t> </a:t>
            </a:r>
            <a:r>
              <a:rPr kumimoji="1" lang="en-US" altLang="zh-CN" dirty="0">
                <a:solidFill>
                  <a:srgbClr val="00B050"/>
                </a:solidFill>
              </a:rPr>
              <a:t>1</a:t>
            </a:r>
            <a:endParaRPr kumimoji="1" lang="zh-CN" altLang="en-US" dirty="0">
              <a:solidFill>
                <a:srgbClr val="00B050"/>
              </a:solidFill>
            </a:endParaRPr>
          </a:p>
        </p:txBody>
      </p:sp>
      <p:sp>
        <p:nvSpPr>
          <p:cNvPr id="39" name="任意形状 38">
            <a:extLst>
              <a:ext uri="{FF2B5EF4-FFF2-40B4-BE49-F238E27FC236}">
                <a16:creationId xmlns:a16="http://schemas.microsoft.com/office/drawing/2014/main" id="{F2FE7E78-6231-8805-2C38-BCD3BA910245}"/>
              </a:ext>
            </a:extLst>
          </p:cNvPr>
          <p:cNvSpPr/>
          <p:nvPr/>
        </p:nvSpPr>
        <p:spPr>
          <a:xfrm>
            <a:off x="8535229" y="4800600"/>
            <a:ext cx="2835136" cy="1649896"/>
          </a:xfrm>
          <a:custGeom>
            <a:avLst/>
            <a:gdLst>
              <a:gd name="connsiteX0" fmla="*/ 12423 w 2835136"/>
              <a:gd name="connsiteY0" fmla="*/ 1441174 h 1649896"/>
              <a:gd name="connsiteX1" fmla="*/ 2484 w 2835136"/>
              <a:gd name="connsiteY1" fmla="*/ 1371600 h 1649896"/>
              <a:gd name="connsiteX2" fmla="*/ 22362 w 2835136"/>
              <a:gd name="connsiteY2" fmla="*/ 974035 h 1649896"/>
              <a:gd name="connsiteX3" fmla="*/ 42241 w 2835136"/>
              <a:gd name="connsiteY3" fmla="*/ 655983 h 1649896"/>
              <a:gd name="connsiteX4" fmla="*/ 111814 w 2835136"/>
              <a:gd name="connsiteY4" fmla="*/ 278296 h 1649896"/>
              <a:gd name="connsiteX5" fmla="*/ 141632 w 2835136"/>
              <a:gd name="connsiteY5" fmla="*/ 268357 h 1649896"/>
              <a:gd name="connsiteX6" fmla="*/ 161510 w 2835136"/>
              <a:gd name="connsiteY6" fmla="*/ 248478 h 1649896"/>
              <a:gd name="connsiteX7" fmla="*/ 181388 w 2835136"/>
              <a:gd name="connsiteY7" fmla="*/ 218661 h 1649896"/>
              <a:gd name="connsiteX8" fmla="*/ 231084 w 2835136"/>
              <a:gd name="connsiteY8" fmla="*/ 178904 h 1649896"/>
              <a:gd name="connsiteX9" fmla="*/ 280780 w 2835136"/>
              <a:gd name="connsiteY9" fmla="*/ 139148 h 1649896"/>
              <a:gd name="connsiteX10" fmla="*/ 310597 w 2835136"/>
              <a:gd name="connsiteY10" fmla="*/ 119270 h 1649896"/>
              <a:gd name="connsiteX11" fmla="*/ 330475 w 2835136"/>
              <a:gd name="connsiteY11" fmla="*/ 99391 h 1649896"/>
              <a:gd name="connsiteX12" fmla="*/ 360293 w 2835136"/>
              <a:gd name="connsiteY12" fmla="*/ 89452 h 1649896"/>
              <a:gd name="connsiteX13" fmla="*/ 439806 w 2835136"/>
              <a:gd name="connsiteY13" fmla="*/ 59635 h 1649896"/>
              <a:gd name="connsiteX14" fmla="*/ 529258 w 2835136"/>
              <a:gd name="connsiteY14" fmla="*/ 29817 h 1649896"/>
              <a:gd name="connsiteX15" fmla="*/ 559075 w 2835136"/>
              <a:gd name="connsiteY15" fmla="*/ 19878 h 1649896"/>
              <a:gd name="connsiteX16" fmla="*/ 648528 w 2835136"/>
              <a:gd name="connsiteY16" fmla="*/ 0 h 1649896"/>
              <a:gd name="connsiteX17" fmla="*/ 1403901 w 2835136"/>
              <a:gd name="connsiteY17" fmla="*/ 9939 h 1649896"/>
              <a:gd name="connsiteX18" fmla="*/ 1721954 w 2835136"/>
              <a:gd name="connsiteY18" fmla="*/ 29817 h 1649896"/>
              <a:gd name="connsiteX19" fmla="*/ 1880980 w 2835136"/>
              <a:gd name="connsiteY19" fmla="*/ 19878 h 1649896"/>
              <a:gd name="connsiteX20" fmla="*/ 1910797 w 2835136"/>
              <a:gd name="connsiteY20" fmla="*/ 9939 h 1649896"/>
              <a:gd name="connsiteX21" fmla="*/ 2447510 w 2835136"/>
              <a:gd name="connsiteY21" fmla="*/ 19878 h 1649896"/>
              <a:gd name="connsiteX22" fmla="*/ 2527023 w 2835136"/>
              <a:gd name="connsiteY22" fmla="*/ 39757 h 1649896"/>
              <a:gd name="connsiteX23" fmla="*/ 2556841 w 2835136"/>
              <a:gd name="connsiteY23" fmla="*/ 59635 h 1649896"/>
              <a:gd name="connsiteX24" fmla="*/ 2616475 w 2835136"/>
              <a:gd name="connsiteY24" fmla="*/ 109330 h 1649896"/>
              <a:gd name="connsiteX25" fmla="*/ 2676110 w 2835136"/>
              <a:gd name="connsiteY25" fmla="*/ 198783 h 1649896"/>
              <a:gd name="connsiteX26" fmla="*/ 2695988 w 2835136"/>
              <a:gd name="connsiteY26" fmla="*/ 228600 h 1649896"/>
              <a:gd name="connsiteX27" fmla="*/ 2715867 w 2835136"/>
              <a:gd name="connsiteY27" fmla="*/ 258417 h 1649896"/>
              <a:gd name="connsiteX28" fmla="*/ 2735745 w 2835136"/>
              <a:gd name="connsiteY28" fmla="*/ 318052 h 1649896"/>
              <a:gd name="connsiteX29" fmla="*/ 2755623 w 2835136"/>
              <a:gd name="connsiteY29" fmla="*/ 347870 h 1649896"/>
              <a:gd name="connsiteX30" fmla="*/ 2785441 w 2835136"/>
              <a:gd name="connsiteY30" fmla="*/ 447261 h 1649896"/>
              <a:gd name="connsiteX31" fmla="*/ 2805319 w 2835136"/>
              <a:gd name="connsiteY31" fmla="*/ 506896 h 1649896"/>
              <a:gd name="connsiteX32" fmla="*/ 2825197 w 2835136"/>
              <a:gd name="connsiteY32" fmla="*/ 586409 h 1649896"/>
              <a:gd name="connsiteX33" fmla="*/ 2835136 w 2835136"/>
              <a:gd name="connsiteY33" fmla="*/ 745435 h 1649896"/>
              <a:gd name="connsiteX34" fmla="*/ 2825197 w 2835136"/>
              <a:gd name="connsiteY34" fmla="*/ 1033670 h 1649896"/>
              <a:gd name="connsiteX35" fmla="*/ 2805319 w 2835136"/>
              <a:gd name="connsiteY35" fmla="*/ 1202635 h 1649896"/>
              <a:gd name="connsiteX36" fmla="*/ 2795380 w 2835136"/>
              <a:gd name="connsiteY36" fmla="*/ 1272209 h 1649896"/>
              <a:gd name="connsiteX37" fmla="*/ 2755623 w 2835136"/>
              <a:gd name="connsiteY37" fmla="*/ 1371600 h 1649896"/>
              <a:gd name="connsiteX38" fmla="*/ 2745684 w 2835136"/>
              <a:gd name="connsiteY38" fmla="*/ 1401417 h 1649896"/>
              <a:gd name="connsiteX39" fmla="*/ 2695988 w 2835136"/>
              <a:gd name="connsiteY39" fmla="*/ 1461052 h 1649896"/>
              <a:gd name="connsiteX40" fmla="*/ 2596597 w 2835136"/>
              <a:gd name="connsiteY40" fmla="*/ 1500809 h 1649896"/>
              <a:gd name="connsiteX41" fmla="*/ 2536962 w 2835136"/>
              <a:gd name="connsiteY41" fmla="*/ 1520687 h 1649896"/>
              <a:gd name="connsiteX42" fmla="*/ 2487267 w 2835136"/>
              <a:gd name="connsiteY42" fmla="*/ 1540565 h 1649896"/>
              <a:gd name="connsiteX43" fmla="*/ 2437571 w 2835136"/>
              <a:gd name="connsiteY43" fmla="*/ 1550504 h 1649896"/>
              <a:gd name="connsiteX44" fmla="*/ 2407754 w 2835136"/>
              <a:gd name="connsiteY44" fmla="*/ 1570383 h 1649896"/>
              <a:gd name="connsiteX45" fmla="*/ 2298423 w 2835136"/>
              <a:gd name="connsiteY45" fmla="*/ 1600200 h 1649896"/>
              <a:gd name="connsiteX46" fmla="*/ 2218910 w 2835136"/>
              <a:gd name="connsiteY46" fmla="*/ 1630017 h 1649896"/>
              <a:gd name="connsiteX47" fmla="*/ 2179154 w 2835136"/>
              <a:gd name="connsiteY47" fmla="*/ 1639957 h 1649896"/>
              <a:gd name="connsiteX48" fmla="*/ 2149336 w 2835136"/>
              <a:gd name="connsiteY48" fmla="*/ 1649896 h 1649896"/>
              <a:gd name="connsiteX49" fmla="*/ 1503293 w 2835136"/>
              <a:gd name="connsiteY49" fmla="*/ 1639957 h 1649896"/>
              <a:gd name="connsiteX50" fmla="*/ 1433719 w 2835136"/>
              <a:gd name="connsiteY50" fmla="*/ 1630017 h 1649896"/>
              <a:gd name="connsiteX51" fmla="*/ 1294571 w 2835136"/>
              <a:gd name="connsiteY51" fmla="*/ 1620078 h 1649896"/>
              <a:gd name="connsiteX52" fmla="*/ 1205119 w 2835136"/>
              <a:gd name="connsiteY52" fmla="*/ 1600200 h 1649896"/>
              <a:gd name="connsiteX53" fmla="*/ 459684 w 2835136"/>
              <a:gd name="connsiteY53" fmla="*/ 1580322 h 1649896"/>
              <a:gd name="connsiteX54" fmla="*/ 330475 w 2835136"/>
              <a:gd name="connsiteY54" fmla="*/ 1540565 h 1649896"/>
              <a:gd name="connsiteX55" fmla="*/ 300658 w 2835136"/>
              <a:gd name="connsiteY55" fmla="*/ 1520687 h 1649896"/>
              <a:gd name="connsiteX56" fmla="*/ 270841 w 2835136"/>
              <a:gd name="connsiteY56" fmla="*/ 1510748 h 1649896"/>
              <a:gd name="connsiteX57" fmla="*/ 221145 w 2835136"/>
              <a:gd name="connsiteY57" fmla="*/ 1480930 h 1649896"/>
              <a:gd name="connsiteX58" fmla="*/ 181388 w 2835136"/>
              <a:gd name="connsiteY58" fmla="*/ 1461052 h 1649896"/>
              <a:gd name="connsiteX59" fmla="*/ 121754 w 2835136"/>
              <a:gd name="connsiteY59" fmla="*/ 1431235 h 1649896"/>
              <a:gd name="connsiteX60" fmla="*/ 12423 w 2835136"/>
              <a:gd name="connsiteY60" fmla="*/ 1441174 h 164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835136" h="1649896">
                <a:moveTo>
                  <a:pt x="12423" y="1441174"/>
                </a:moveTo>
                <a:cubicBezTo>
                  <a:pt x="-7455" y="1431235"/>
                  <a:pt x="2484" y="1395027"/>
                  <a:pt x="2484" y="1371600"/>
                </a:cubicBezTo>
                <a:cubicBezTo>
                  <a:pt x="2484" y="1149507"/>
                  <a:pt x="12607" y="1154507"/>
                  <a:pt x="22362" y="974035"/>
                </a:cubicBezTo>
                <a:cubicBezTo>
                  <a:pt x="38929" y="667545"/>
                  <a:pt x="21783" y="840088"/>
                  <a:pt x="42241" y="655983"/>
                </a:cubicBezTo>
                <a:cubicBezTo>
                  <a:pt x="45718" y="537767"/>
                  <a:pt x="-40067" y="328921"/>
                  <a:pt x="111814" y="278296"/>
                </a:cubicBezTo>
                <a:lnTo>
                  <a:pt x="141632" y="268357"/>
                </a:lnTo>
                <a:cubicBezTo>
                  <a:pt x="148258" y="261731"/>
                  <a:pt x="155656" y="255795"/>
                  <a:pt x="161510" y="248478"/>
                </a:cubicBezTo>
                <a:cubicBezTo>
                  <a:pt x="168972" y="239150"/>
                  <a:pt x="172941" y="227107"/>
                  <a:pt x="181388" y="218661"/>
                </a:cubicBezTo>
                <a:cubicBezTo>
                  <a:pt x="233051" y="166999"/>
                  <a:pt x="191739" y="228086"/>
                  <a:pt x="231084" y="178904"/>
                </a:cubicBezTo>
                <a:cubicBezTo>
                  <a:pt x="263779" y="138035"/>
                  <a:pt x="233486" y="154912"/>
                  <a:pt x="280780" y="139148"/>
                </a:cubicBezTo>
                <a:cubicBezTo>
                  <a:pt x="290719" y="132522"/>
                  <a:pt x="301269" y="126732"/>
                  <a:pt x="310597" y="119270"/>
                </a:cubicBezTo>
                <a:cubicBezTo>
                  <a:pt x="317914" y="113416"/>
                  <a:pt x="322440" y="104212"/>
                  <a:pt x="330475" y="99391"/>
                </a:cubicBezTo>
                <a:cubicBezTo>
                  <a:pt x="339459" y="94001"/>
                  <a:pt x="350354" y="92765"/>
                  <a:pt x="360293" y="89452"/>
                </a:cubicBezTo>
                <a:cubicBezTo>
                  <a:pt x="412182" y="54859"/>
                  <a:pt x="367060" y="79474"/>
                  <a:pt x="439806" y="59635"/>
                </a:cubicBezTo>
                <a:cubicBezTo>
                  <a:pt x="439859" y="59621"/>
                  <a:pt x="514323" y="34796"/>
                  <a:pt x="529258" y="29817"/>
                </a:cubicBezTo>
                <a:cubicBezTo>
                  <a:pt x="539197" y="26504"/>
                  <a:pt x="548911" y="22419"/>
                  <a:pt x="559075" y="19878"/>
                </a:cubicBezTo>
                <a:cubicBezTo>
                  <a:pt x="615221" y="5842"/>
                  <a:pt x="585437" y="12618"/>
                  <a:pt x="648528" y="0"/>
                </a:cubicBezTo>
                <a:lnTo>
                  <a:pt x="1403901" y="9939"/>
                </a:lnTo>
                <a:cubicBezTo>
                  <a:pt x="1661309" y="14937"/>
                  <a:pt x="1589735" y="3374"/>
                  <a:pt x="1721954" y="29817"/>
                </a:cubicBezTo>
                <a:cubicBezTo>
                  <a:pt x="1774963" y="26504"/>
                  <a:pt x="1828160" y="25438"/>
                  <a:pt x="1880980" y="19878"/>
                </a:cubicBezTo>
                <a:cubicBezTo>
                  <a:pt x="1891399" y="18781"/>
                  <a:pt x="1900320" y="9939"/>
                  <a:pt x="1910797" y="9939"/>
                </a:cubicBezTo>
                <a:cubicBezTo>
                  <a:pt x="2089732" y="9939"/>
                  <a:pt x="2268606" y="16565"/>
                  <a:pt x="2447510" y="19878"/>
                </a:cubicBezTo>
                <a:cubicBezTo>
                  <a:pt x="2474014" y="26504"/>
                  <a:pt x="2504291" y="24603"/>
                  <a:pt x="2527023" y="39757"/>
                </a:cubicBezTo>
                <a:cubicBezTo>
                  <a:pt x="2536962" y="46383"/>
                  <a:pt x="2547664" y="51988"/>
                  <a:pt x="2556841" y="59635"/>
                </a:cubicBezTo>
                <a:cubicBezTo>
                  <a:pt x="2633374" y="123412"/>
                  <a:pt x="2542440" y="59973"/>
                  <a:pt x="2616475" y="109330"/>
                </a:cubicBezTo>
                <a:lnTo>
                  <a:pt x="2676110" y="198783"/>
                </a:lnTo>
                <a:lnTo>
                  <a:pt x="2695988" y="228600"/>
                </a:lnTo>
                <a:lnTo>
                  <a:pt x="2715867" y="258417"/>
                </a:lnTo>
                <a:cubicBezTo>
                  <a:pt x="2722493" y="278295"/>
                  <a:pt x="2724122" y="300617"/>
                  <a:pt x="2735745" y="318052"/>
                </a:cubicBezTo>
                <a:cubicBezTo>
                  <a:pt x="2742371" y="327991"/>
                  <a:pt x="2750772" y="336954"/>
                  <a:pt x="2755623" y="347870"/>
                </a:cubicBezTo>
                <a:cubicBezTo>
                  <a:pt x="2777243" y="396516"/>
                  <a:pt x="2772099" y="402788"/>
                  <a:pt x="2785441" y="447261"/>
                </a:cubicBezTo>
                <a:cubicBezTo>
                  <a:pt x="2791462" y="467331"/>
                  <a:pt x="2800237" y="486568"/>
                  <a:pt x="2805319" y="506896"/>
                </a:cubicBezTo>
                <a:lnTo>
                  <a:pt x="2825197" y="586409"/>
                </a:lnTo>
                <a:cubicBezTo>
                  <a:pt x="2828510" y="639418"/>
                  <a:pt x="2835136" y="692323"/>
                  <a:pt x="2835136" y="745435"/>
                </a:cubicBezTo>
                <a:cubicBezTo>
                  <a:pt x="2835136" y="841570"/>
                  <a:pt x="2829881" y="937649"/>
                  <a:pt x="2825197" y="1033670"/>
                </a:cubicBezTo>
                <a:cubicBezTo>
                  <a:pt x="2817611" y="1189186"/>
                  <a:pt x="2821491" y="1105600"/>
                  <a:pt x="2805319" y="1202635"/>
                </a:cubicBezTo>
                <a:cubicBezTo>
                  <a:pt x="2801468" y="1225743"/>
                  <a:pt x="2800648" y="1249382"/>
                  <a:pt x="2795380" y="1272209"/>
                </a:cubicBezTo>
                <a:cubicBezTo>
                  <a:pt x="2780299" y="1337556"/>
                  <a:pt x="2778165" y="1319001"/>
                  <a:pt x="2755623" y="1371600"/>
                </a:cubicBezTo>
                <a:cubicBezTo>
                  <a:pt x="2751496" y="1381230"/>
                  <a:pt x="2750369" y="1392046"/>
                  <a:pt x="2745684" y="1401417"/>
                </a:cubicBezTo>
                <a:cubicBezTo>
                  <a:pt x="2734514" y="1423758"/>
                  <a:pt x="2714832" y="1445349"/>
                  <a:pt x="2695988" y="1461052"/>
                </a:cubicBezTo>
                <a:cubicBezTo>
                  <a:pt x="2660241" y="1490841"/>
                  <a:pt x="2649108" y="1484651"/>
                  <a:pt x="2596597" y="1500809"/>
                </a:cubicBezTo>
                <a:cubicBezTo>
                  <a:pt x="2576570" y="1506971"/>
                  <a:pt x="2556417" y="1512905"/>
                  <a:pt x="2536962" y="1520687"/>
                </a:cubicBezTo>
                <a:cubicBezTo>
                  <a:pt x="2520397" y="1527313"/>
                  <a:pt x="2504356" y="1535438"/>
                  <a:pt x="2487267" y="1540565"/>
                </a:cubicBezTo>
                <a:cubicBezTo>
                  <a:pt x="2471086" y="1545419"/>
                  <a:pt x="2454136" y="1547191"/>
                  <a:pt x="2437571" y="1550504"/>
                </a:cubicBezTo>
                <a:cubicBezTo>
                  <a:pt x="2427632" y="1557130"/>
                  <a:pt x="2418670" y="1565531"/>
                  <a:pt x="2407754" y="1570383"/>
                </a:cubicBezTo>
                <a:cubicBezTo>
                  <a:pt x="2352927" y="1594751"/>
                  <a:pt x="2351868" y="1586839"/>
                  <a:pt x="2298423" y="1600200"/>
                </a:cubicBezTo>
                <a:cubicBezTo>
                  <a:pt x="2270514" y="1607177"/>
                  <a:pt x="2246261" y="1620900"/>
                  <a:pt x="2218910" y="1630017"/>
                </a:cubicBezTo>
                <a:cubicBezTo>
                  <a:pt x="2205951" y="1634337"/>
                  <a:pt x="2192288" y="1636204"/>
                  <a:pt x="2179154" y="1639957"/>
                </a:cubicBezTo>
                <a:cubicBezTo>
                  <a:pt x="2169080" y="1642835"/>
                  <a:pt x="2159275" y="1646583"/>
                  <a:pt x="2149336" y="1649896"/>
                </a:cubicBezTo>
                <a:lnTo>
                  <a:pt x="1503293" y="1639957"/>
                </a:lnTo>
                <a:cubicBezTo>
                  <a:pt x="1479875" y="1639306"/>
                  <a:pt x="1457040" y="1632238"/>
                  <a:pt x="1433719" y="1630017"/>
                </a:cubicBezTo>
                <a:cubicBezTo>
                  <a:pt x="1387428" y="1625608"/>
                  <a:pt x="1340954" y="1623391"/>
                  <a:pt x="1294571" y="1620078"/>
                </a:cubicBezTo>
                <a:cubicBezTo>
                  <a:pt x="1264754" y="1613452"/>
                  <a:pt x="1235638" y="1601454"/>
                  <a:pt x="1205119" y="1600200"/>
                </a:cubicBezTo>
                <a:cubicBezTo>
                  <a:pt x="188460" y="1558420"/>
                  <a:pt x="839559" y="1614856"/>
                  <a:pt x="459684" y="1580322"/>
                </a:cubicBezTo>
                <a:cubicBezTo>
                  <a:pt x="408843" y="1567611"/>
                  <a:pt x="375510" y="1563082"/>
                  <a:pt x="330475" y="1540565"/>
                </a:cubicBezTo>
                <a:cubicBezTo>
                  <a:pt x="319791" y="1535223"/>
                  <a:pt x="311342" y="1526029"/>
                  <a:pt x="300658" y="1520687"/>
                </a:cubicBezTo>
                <a:cubicBezTo>
                  <a:pt x="291287" y="1516002"/>
                  <a:pt x="280212" y="1515433"/>
                  <a:pt x="270841" y="1510748"/>
                </a:cubicBezTo>
                <a:cubicBezTo>
                  <a:pt x="253562" y="1502108"/>
                  <a:pt x="238032" y="1490312"/>
                  <a:pt x="221145" y="1480930"/>
                </a:cubicBezTo>
                <a:cubicBezTo>
                  <a:pt x="208193" y="1473734"/>
                  <a:pt x="194252" y="1468403"/>
                  <a:pt x="181388" y="1461052"/>
                </a:cubicBezTo>
                <a:cubicBezTo>
                  <a:pt x="127438" y="1430224"/>
                  <a:pt x="176423" y="1449458"/>
                  <a:pt x="121754" y="1431235"/>
                </a:cubicBezTo>
                <a:cubicBezTo>
                  <a:pt x="71420" y="1380903"/>
                  <a:pt x="32301" y="1451113"/>
                  <a:pt x="12423" y="1441174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509389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9FEF-81FD-E27E-1A5A-BAA4FC59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27338-95B9-2B39-CAFE-72C13333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986" y="293590"/>
            <a:ext cx="7873449" cy="412610"/>
          </a:xfrm>
        </p:spPr>
        <p:txBody>
          <a:bodyPr/>
          <a:lstStyle/>
          <a:p>
            <a:r>
              <a:rPr kumimoji="1" lang="zh-CN" altLang="en-US" sz="2800" dirty="0"/>
              <a:t>核心应用分区交换机</a:t>
            </a:r>
            <a:r>
              <a:rPr kumimoji="1" lang="en-US" altLang="zh-CN" sz="2800" dirty="0"/>
              <a:t>Multi-VRF</a:t>
            </a:r>
            <a:r>
              <a:rPr kumimoji="1" lang="zh-CN" altLang="en-US" sz="2800" dirty="0"/>
              <a:t>与防火墙互联示意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F04E8E-931C-944D-27E3-8488B133DD63}"/>
              </a:ext>
            </a:extLst>
          </p:cNvPr>
          <p:cNvSpPr/>
          <p:nvPr/>
        </p:nvSpPr>
        <p:spPr bwMode="auto">
          <a:xfrm>
            <a:off x="5479848" y="3208629"/>
            <a:ext cx="2651624" cy="220371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72B115-85E6-28BB-7987-F6A103187A96}"/>
              </a:ext>
            </a:extLst>
          </p:cNvPr>
          <p:cNvSpPr/>
          <p:nvPr/>
        </p:nvSpPr>
        <p:spPr bwMode="auto">
          <a:xfrm>
            <a:off x="2695627" y="1937031"/>
            <a:ext cx="2651624" cy="1189197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6" name="Group 62">
            <a:extLst>
              <a:ext uri="{FF2B5EF4-FFF2-40B4-BE49-F238E27FC236}">
                <a16:creationId xmlns:a16="http://schemas.microsoft.com/office/drawing/2014/main" id="{CF31A20E-E2D3-2B7A-43F4-F78C6ACA63E9}"/>
              </a:ext>
            </a:extLst>
          </p:cNvPr>
          <p:cNvGrpSpPr>
            <a:grpSpLocks noChangeAspect="1"/>
          </p:cNvGrpSpPr>
          <p:nvPr/>
        </p:nvGrpSpPr>
        <p:grpSpPr>
          <a:xfrm>
            <a:off x="2266121" y="3057262"/>
            <a:ext cx="3413776" cy="492224"/>
            <a:chOff x="5913932" y="2761272"/>
            <a:chExt cx="324229" cy="324229"/>
          </a:xfrm>
        </p:grpSpPr>
        <p:sp>
          <p:nvSpPr>
            <p:cNvPr id="7" name="Rectangle 63">
              <a:extLst>
                <a:ext uri="{FF2B5EF4-FFF2-40B4-BE49-F238E27FC236}">
                  <a16:creationId xmlns:a16="http://schemas.microsoft.com/office/drawing/2014/main" id="{12A8CDCF-28AD-8D23-E148-31785B6CFADA}"/>
                </a:ext>
              </a:extLst>
            </p:cNvPr>
            <p:cNvSpPr/>
            <p:nvPr/>
          </p:nvSpPr>
          <p:spPr>
            <a:xfrm>
              <a:off x="5954725" y="2806700"/>
              <a:ext cx="264436" cy="23645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  <p:sp>
          <p:nvSpPr>
            <p:cNvPr id="8" name="Rounded Rectangle 25">
              <a:extLst>
                <a:ext uri="{FF2B5EF4-FFF2-40B4-BE49-F238E27FC236}">
                  <a16:creationId xmlns:a16="http://schemas.microsoft.com/office/drawing/2014/main" id="{70ACB22B-294A-387F-67F5-660A301AA3ED}"/>
                </a:ext>
              </a:extLst>
            </p:cNvPr>
            <p:cNvSpPr/>
            <p:nvPr/>
          </p:nvSpPr>
          <p:spPr>
            <a:xfrm>
              <a:off x="5913932" y="2761272"/>
              <a:ext cx="324229" cy="324229"/>
            </a:xfrm>
            <a:custGeom>
              <a:avLst/>
              <a:gdLst/>
              <a:ahLst/>
              <a:cxnLst/>
              <a:rect l="l" t="t" r="r" b="b"/>
              <a:pathLst>
                <a:path w="1123462" h="1123462">
                  <a:moveTo>
                    <a:pt x="758801" y="661837"/>
                  </a:moveTo>
                  <a:cubicBezTo>
                    <a:pt x="749648" y="661762"/>
                    <a:pt x="740466" y="665180"/>
                    <a:pt x="733427" y="672107"/>
                  </a:cubicBezTo>
                  <a:cubicBezTo>
                    <a:pt x="719346" y="685961"/>
                    <a:pt x="719161" y="708607"/>
                    <a:pt x="733016" y="722687"/>
                  </a:cubicBezTo>
                  <a:lnTo>
                    <a:pt x="753910" y="743923"/>
                  </a:lnTo>
                  <a:lnTo>
                    <a:pt x="542733" y="743923"/>
                  </a:lnTo>
                  <a:cubicBezTo>
                    <a:pt x="532857" y="743923"/>
                    <a:pt x="523914" y="747926"/>
                    <a:pt x="517443" y="754399"/>
                  </a:cubicBezTo>
                  <a:lnTo>
                    <a:pt x="506967" y="779690"/>
                  </a:lnTo>
                  <a:lnTo>
                    <a:pt x="517443" y="804981"/>
                  </a:lnTo>
                  <a:cubicBezTo>
                    <a:pt x="523916" y="811453"/>
                    <a:pt x="532858" y="815458"/>
                    <a:pt x="542734" y="815457"/>
                  </a:cubicBezTo>
                  <a:lnTo>
                    <a:pt x="753910" y="815457"/>
                  </a:lnTo>
                  <a:lnTo>
                    <a:pt x="733016" y="836693"/>
                  </a:lnTo>
                  <a:cubicBezTo>
                    <a:pt x="719162" y="850774"/>
                    <a:pt x="719346" y="873420"/>
                    <a:pt x="733426" y="887274"/>
                  </a:cubicBezTo>
                  <a:cubicBezTo>
                    <a:pt x="747507" y="901128"/>
                    <a:pt x="770153" y="900944"/>
                    <a:pt x="784007" y="886863"/>
                  </a:cubicBezTo>
                  <a:lnTo>
                    <a:pt x="864319" y="805239"/>
                  </a:lnTo>
                  <a:lnTo>
                    <a:pt x="869302" y="797600"/>
                  </a:lnTo>
                  <a:lnTo>
                    <a:pt x="871992" y="793612"/>
                  </a:lnTo>
                  <a:lnTo>
                    <a:pt x="872069" y="793358"/>
                  </a:lnTo>
                  <a:lnTo>
                    <a:pt x="872080" y="793343"/>
                  </a:lnTo>
                  <a:lnTo>
                    <a:pt x="872088" y="793303"/>
                  </a:lnTo>
                  <a:lnTo>
                    <a:pt x="874076" y="786899"/>
                  </a:lnTo>
                  <a:cubicBezTo>
                    <a:pt x="874552" y="784570"/>
                    <a:pt x="874802" y="782160"/>
                    <a:pt x="874802" y="779690"/>
                  </a:cubicBezTo>
                  <a:cubicBezTo>
                    <a:pt x="874801" y="777222"/>
                    <a:pt x="874552" y="774810"/>
                    <a:pt x="874075" y="772482"/>
                  </a:cubicBezTo>
                  <a:lnTo>
                    <a:pt x="872087" y="766077"/>
                  </a:lnTo>
                  <a:lnTo>
                    <a:pt x="872080" y="766038"/>
                  </a:lnTo>
                  <a:lnTo>
                    <a:pt x="872070" y="766023"/>
                  </a:lnTo>
                  <a:lnTo>
                    <a:pt x="871992" y="765768"/>
                  </a:lnTo>
                  <a:lnTo>
                    <a:pt x="869291" y="761764"/>
                  </a:lnTo>
                  <a:lnTo>
                    <a:pt x="864318" y="754142"/>
                  </a:lnTo>
                  <a:lnTo>
                    <a:pt x="784006" y="672518"/>
                  </a:lnTo>
                  <a:cubicBezTo>
                    <a:pt x="777079" y="665477"/>
                    <a:pt x="767954" y="661911"/>
                    <a:pt x="758801" y="661837"/>
                  </a:cubicBezTo>
                  <a:close/>
                  <a:moveTo>
                    <a:pt x="364661" y="558282"/>
                  </a:moveTo>
                  <a:cubicBezTo>
                    <a:pt x="355509" y="558355"/>
                    <a:pt x="346384" y="561922"/>
                    <a:pt x="339457" y="568962"/>
                  </a:cubicBezTo>
                  <a:lnTo>
                    <a:pt x="259145" y="650587"/>
                  </a:lnTo>
                  <a:lnTo>
                    <a:pt x="254172" y="658209"/>
                  </a:lnTo>
                  <a:lnTo>
                    <a:pt x="251473" y="662213"/>
                  </a:lnTo>
                  <a:lnTo>
                    <a:pt x="251394" y="662469"/>
                  </a:lnTo>
                  <a:lnTo>
                    <a:pt x="251384" y="662482"/>
                  </a:lnTo>
                  <a:lnTo>
                    <a:pt x="251377" y="662522"/>
                  </a:lnTo>
                  <a:lnTo>
                    <a:pt x="249388" y="668927"/>
                  </a:lnTo>
                  <a:cubicBezTo>
                    <a:pt x="248912" y="671255"/>
                    <a:pt x="248662" y="673667"/>
                    <a:pt x="248662" y="676135"/>
                  </a:cubicBezTo>
                  <a:cubicBezTo>
                    <a:pt x="248662" y="678605"/>
                    <a:pt x="248913" y="681015"/>
                    <a:pt x="249389" y="683344"/>
                  </a:cubicBezTo>
                  <a:lnTo>
                    <a:pt x="251377" y="689748"/>
                  </a:lnTo>
                  <a:lnTo>
                    <a:pt x="251383" y="689789"/>
                  </a:lnTo>
                  <a:lnTo>
                    <a:pt x="251393" y="689803"/>
                  </a:lnTo>
                  <a:lnTo>
                    <a:pt x="251473" y="690057"/>
                  </a:lnTo>
                  <a:lnTo>
                    <a:pt x="254161" y="694045"/>
                  </a:lnTo>
                  <a:lnTo>
                    <a:pt x="259145" y="701683"/>
                  </a:lnTo>
                  <a:lnTo>
                    <a:pt x="339457" y="783309"/>
                  </a:lnTo>
                  <a:cubicBezTo>
                    <a:pt x="353311" y="797389"/>
                    <a:pt x="375956" y="797573"/>
                    <a:pt x="390037" y="783719"/>
                  </a:cubicBezTo>
                  <a:cubicBezTo>
                    <a:pt x="404118" y="769864"/>
                    <a:pt x="404302" y="747219"/>
                    <a:pt x="390448" y="733138"/>
                  </a:cubicBezTo>
                  <a:lnTo>
                    <a:pt x="369553" y="711902"/>
                  </a:lnTo>
                  <a:lnTo>
                    <a:pt x="580730" y="711901"/>
                  </a:lnTo>
                  <a:cubicBezTo>
                    <a:pt x="590607" y="711902"/>
                    <a:pt x="599548" y="707899"/>
                    <a:pt x="606020" y="701426"/>
                  </a:cubicBezTo>
                  <a:lnTo>
                    <a:pt x="616497" y="676135"/>
                  </a:lnTo>
                  <a:lnTo>
                    <a:pt x="606021" y="650843"/>
                  </a:lnTo>
                  <a:cubicBezTo>
                    <a:pt x="599549" y="644371"/>
                    <a:pt x="590606" y="640368"/>
                    <a:pt x="580730" y="640368"/>
                  </a:cubicBezTo>
                  <a:lnTo>
                    <a:pt x="369554" y="640368"/>
                  </a:lnTo>
                  <a:lnTo>
                    <a:pt x="390448" y="619133"/>
                  </a:lnTo>
                  <a:cubicBezTo>
                    <a:pt x="404302" y="605052"/>
                    <a:pt x="404118" y="582406"/>
                    <a:pt x="390038" y="568551"/>
                  </a:cubicBezTo>
                  <a:lnTo>
                    <a:pt x="390038" y="568553"/>
                  </a:lnTo>
                  <a:cubicBezTo>
                    <a:pt x="382997" y="561625"/>
                    <a:pt x="373815" y="558207"/>
                    <a:pt x="364661" y="558282"/>
                  </a:cubicBezTo>
                  <a:close/>
                  <a:moveTo>
                    <a:pt x="758801" y="329475"/>
                  </a:moveTo>
                  <a:cubicBezTo>
                    <a:pt x="749649" y="329401"/>
                    <a:pt x="740466" y="332819"/>
                    <a:pt x="733427" y="339746"/>
                  </a:cubicBezTo>
                  <a:lnTo>
                    <a:pt x="733426" y="339746"/>
                  </a:lnTo>
                  <a:cubicBezTo>
                    <a:pt x="719345" y="353600"/>
                    <a:pt x="719161" y="376245"/>
                    <a:pt x="733017" y="390327"/>
                  </a:cubicBezTo>
                  <a:lnTo>
                    <a:pt x="753909" y="411562"/>
                  </a:lnTo>
                  <a:lnTo>
                    <a:pt x="542733" y="411561"/>
                  </a:lnTo>
                  <a:cubicBezTo>
                    <a:pt x="532856" y="411562"/>
                    <a:pt x="523915" y="415565"/>
                    <a:pt x="517443" y="422037"/>
                  </a:cubicBezTo>
                  <a:lnTo>
                    <a:pt x="506967" y="447329"/>
                  </a:lnTo>
                  <a:lnTo>
                    <a:pt x="517443" y="472620"/>
                  </a:lnTo>
                  <a:cubicBezTo>
                    <a:pt x="523916" y="479093"/>
                    <a:pt x="532857" y="483097"/>
                    <a:pt x="542734" y="483095"/>
                  </a:cubicBezTo>
                  <a:lnTo>
                    <a:pt x="753910" y="483096"/>
                  </a:lnTo>
                  <a:lnTo>
                    <a:pt x="733016" y="504333"/>
                  </a:lnTo>
                  <a:cubicBezTo>
                    <a:pt x="719162" y="518413"/>
                    <a:pt x="719345" y="541059"/>
                    <a:pt x="733426" y="554913"/>
                  </a:cubicBezTo>
                  <a:cubicBezTo>
                    <a:pt x="747507" y="568767"/>
                    <a:pt x="770152" y="568583"/>
                    <a:pt x="784007" y="554503"/>
                  </a:cubicBezTo>
                  <a:lnTo>
                    <a:pt x="864318" y="472878"/>
                  </a:lnTo>
                  <a:lnTo>
                    <a:pt x="869302" y="465238"/>
                  </a:lnTo>
                  <a:lnTo>
                    <a:pt x="871991" y="461251"/>
                  </a:lnTo>
                  <a:lnTo>
                    <a:pt x="872070" y="460997"/>
                  </a:lnTo>
                  <a:lnTo>
                    <a:pt x="872079" y="460982"/>
                  </a:lnTo>
                  <a:lnTo>
                    <a:pt x="872087" y="460942"/>
                  </a:lnTo>
                  <a:lnTo>
                    <a:pt x="874075" y="454537"/>
                  </a:lnTo>
                  <a:cubicBezTo>
                    <a:pt x="874551" y="452209"/>
                    <a:pt x="874801" y="449799"/>
                    <a:pt x="874801" y="447329"/>
                  </a:cubicBezTo>
                  <a:cubicBezTo>
                    <a:pt x="874802" y="444860"/>
                    <a:pt x="874552" y="442449"/>
                    <a:pt x="874076" y="440121"/>
                  </a:cubicBezTo>
                  <a:lnTo>
                    <a:pt x="872087" y="433715"/>
                  </a:lnTo>
                  <a:lnTo>
                    <a:pt x="872079" y="433677"/>
                  </a:lnTo>
                  <a:lnTo>
                    <a:pt x="872071" y="433662"/>
                  </a:lnTo>
                  <a:lnTo>
                    <a:pt x="871991" y="433407"/>
                  </a:lnTo>
                  <a:lnTo>
                    <a:pt x="869292" y="429403"/>
                  </a:lnTo>
                  <a:lnTo>
                    <a:pt x="864319" y="421781"/>
                  </a:lnTo>
                  <a:lnTo>
                    <a:pt x="784007" y="340156"/>
                  </a:lnTo>
                  <a:cubicBezTo>
                    <a:pt x="777079" y="333117"/>
                    <a:pt x="767954" y="329550"/>
                    <a:pt x="758801" y="329475"/>
                  </a:cubicBezTo>
                  <a:close/>
                  <a:moveTo>
                    <a:pt x="364662" y="225921"/>
                  </a:moveTo>
                  <a:cubicBezTo>
                    <a:pt x="355509" y="225995"/>
                    <a:pt x="346383" y="229561"/>
                    <a:pt x="339456" y="236601"/>
                  </a:cubicBezTo>
                  <a:lnTo>
                    <a:pt x="259145" y="318226"/>
                  </a:lnTo>
                  <a:lnTo>
                    <a:pt x="254173" y="325848"/>
                  </a:lnTo>
                  <a:lnTo>
                    <a:pt x="251473" y="329852"/>
                  </a:lnTo>
                  <a:lnTo>
                    <a:pt x="251394" y="330107"/>
                  </a:lnTo>
                  <a:lnTo>
                    <a:pt x="251384" y="330122"/>
                  </a:lnTo>
                  <a:lnTo>
                    <a:pt x="251376" y="330161"/>
                  </a:lnTo>
                  <a:lnTo>
                    <a:pt x="249389" y="336566"/>
                  </a:lnTo>
                  <a:cubicBezTo>
                    <a:pt x="248912" y="338894"/>
                    <a:pt x="248662" y="341305"/>
                    <a:pt x="248662" y="343774"/>
                  </a:cubicBezTo>
                  <a:cubicBezTo>
                    <a:pt x="248662" y="346244"/>
                    <a:pt x="248912" y="348654"/>
                    <a:pt x="249389" y="350982"/>
                  </a:cubicBezTo>
                  <a:lnTo>
                    <a:pt x="251377" y="357387"/>
                  </a:lnTo>
                  <a:lnTo>
                    <a:pt x="251384" y="357428"/>
                  </a:lnTo>
                  <a:lnTo>
                    <a:pt x="251393" y="357443"/>
                  </a:lnTo>
                  <a:lnTo>
                    <a:pt x="251473" y="357696"/>
                  </a:lnTo>
                  <a:lnTo>
                    <a:pt x="254161" y="361684"/>
                  </a:lnTo>
                  <a:lnTo>
                    <a:pt x="259145" y="369323"/>
                  </a:lnTo>
                  <a:lnTo>
                    <a:pt x="339456" y="450948"/>
                  </a:lnTo>
                  <a:cubicBezTo>
                    <a:pt x="353310" y="465028"/>
                    <a:pt x="375957" y="465212"/>
                    <a:pt x="390037" y="451358"/>
                  </a:cubicBezTo>
                  <a:cubicBezTo>
                    <a:pt x="404118" y="437503"/>
                    <a:pt x="404302" y="414858"/>
                    <a:pt x="390448" y="400777"/>
                  </a:cubicBezTo>
                  <a:lnTo>
                    <a:pt x="369553" y="379542"/>
                  </a:lnTo>
                  <a:lnTo>
                    <a:pt x="580730" y="379541"/>
                  </a:lnTo>
                  <a:cubicBezTo>
                    <a:pt x="590606" y="379541"/>
                    <a:pt x="599549" y="375538"/>
                    <a:pt x="606021" y="369065"/>
                  </a:cubicBezTo>
                  <a:lnTo>
                    <a:pt x="616497" y="343774"/>
                  </a:lnTo>
                  <a:lnTo>
                    <a:pt x="606021" y="318483"/>
                  </a:lnTo>
                  <a:cubicBezTo>
                    <a:pt x="599549" y="312010"/>
                    <a:pt x="590606" y="308006"/>
                    <a:pt x="580730" y="308006"/>
                  </a:cubicBezTo>
                  <a:lnTo>
                    <a:pt x="369553" y="308007"/>
                  </a:lnTo>
                  <a:lnTo>
                    <a:pt x="390447" y="286772"/>
                  </a:lnTo>
                  <a:cubicBezTo>
                    <a:pt x="404302" y="272691"/>
                    <a:pt x="404118" y="250045"/>
                    <a:pt x="390038" y="236191"/>
                  </a:cubicBezTo>
                  <a:cubicBezTo>
                    <a:pt x="382997" y="229264"/>
                    <a:pt x="373816" y="225846"/>
                    <a:pt x="364662" y="225921"/>
                  </a:cubicBezTo>
                  <a:close/>
                  <a:moveTo>
                    <a:pt x="99325" y="0"/>
                  </a:moveTo>
                  <a:lnTo>
                    <a:pt x="1024137" y="0"/>
                  </a:lnTo>
                  <a:cubicBezTo>
                    <a:pt x="1078993" y="0"/>
                    <a:pt x="1123462" y="44469"/>
                    <a:pt x="1123462" y="99325"/>
                  </a:cubicBezTo>
                  <a:lnTo>
                    <a:pt x="1123462" y="1024137"/>
                  </a:lnTo>
                  <a:cubicBezTo>
                    <a:pt x="1123462" y="1078993"/>
                    <a:pt x="1078993" y="1123462"/>
                    <a:pt x="1024137" y="1123462"/>
                  </a:cubicBezTo>
                  <a:lnTo>
                    <a:pt x="99325" y="1123462"/>
                  </a:lnTo>
                  <a:cubicBezTo>
                    <a:pt x="44469" y="1123462"/>
                    <a:pt x="0" y="1078993"/>
                    <a:pt x="0" y="1024137"/>
                  </a:cubicBezTo>
                  <a:lnTo>
                    <a:pt x="0" y="99325"/>
                  </a:lnTo>
                  <a:cubicBezTo>
                    <a:pt x="0" y="44469"/>
                    <a:pt x="44469" y="0"/>
                    <a:pt x="99325" y="0"/>
                  </a:cubicBezTo>
                  <a:close/>
                </a:path>
              </a:pathLst>
            </a:custGeom>
            <a:solidFill>
              <a:srgbClr val="143457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</p:grpSp>
      <p:pic>
        <p:nvPicPr>
          <p:cNvPr id="9" name="Picture 1053">
            <a:extLst>
              <a:ext uri="{FF2B5EF4-FFF2-40B4-BE49-F238E27FC236}">
                <a16:creationId xmlns:a16="http://schemas.microsoft.com/office/drawing/2014/main" id="{B9C4ABFD-A1DC-925A-8ABC-9E6511EB354A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86" y="1720559"/>
            <a:ext cx="3522312" cy="216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8DB01D80-AEA2-7DDB-2487-8FE9E84918FC}"/>
              </a:ext>
            </a:extLst>
          </p:cNvPr>
          <p:cNvSpPr/>
          <p:nvPr/>
        </p:nvSpPr>
        <p:spPr bwMode="auto">
          <a:xfrm>
            <a:off x="2495578" y="2744417"/>
            <a:ext cx="503914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047D4D-743E-EF45-A88B-3C26F4FFA8C3}"/>
              </a:ext>
            </a:extLst>
          </p:cNvPr>
          <p:cNvSpPr txBox="1"/>
          <p:nvPr/>
        </p:nvSpPr>
        <p:spPr bwMode="auto">
          <a:xfrm>
            <a:off x="2379787" y="3805192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VRF App1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6419A0-A339-F0F3-659C-05853992B43E}"/>
              </a:ext>
            </a:extLst>
          </p:cNvPr>
          <p:cNvSpPr txBox="1"/>
          <p:nvPr/>
        </p:nvSpPr>
        <p:spPr bwMode="auto">
          <a:xfrm>
            <a:off x="2379787" y="4150913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2-12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E449FD-47E3-F407-A7FD-BEC2860DD064}"/>
              </a:ext>
            </a:extLst>
          </p:cNvPr>
          <p:cNvSpPr txBox="1"/>
          <p:nvPr/>
        </p:nvSpPr>
        <p:spPr bwMode="auto">
          <a:xfrm>
            <a:off x="2384120" y="2782056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152C782-2119-C71C-60C7-9F857E5C2A39}"/>
              </a:ext>
            </a:extLst>
          </p:cNvPr>
          <p:cNvSpPr/>
          <p:nvPr/>
        </p:nvSpPr>
        <p:spPr bwMode="auto">
          <a:xfrm>
            <a:off x="3733589" y="2744417"/>
            <a:ext cx="503914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FE818C-11FF-4DC2-BD83-BCDA814C3F49}"/>
              </a:ext>
            </a:extLst>
          </p:cNvPr>
          <p:cNvSpPr txBox="1"/>
          <p:nvPr/>
        </p:nvSpPr>
        <p:spPr bwMode="auto">
          <a:xfrm>
            <a:off x="3612192" y="2782056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49A3FB0-092D-92B3-657D-6962B7DE34D7}"/>
              </a:ext>
            </a:extLst>
          </p:cNvPr>
          <p:cNvSpPr/>
          <p:nvPr/>
        </p:nvSpPr>
        <p:spPr bwMode="auto">
          <a:xfrm>
            <a:off x="4724441" y="2744417"/>
            <a:ext cx="1007275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92873-2687-6F79-55A7-3234C79282C7}"/>
              </a:ext>
            </a:extLst>
          </p:cNvPr>
          <p:cNvSpPr txBox="1"/>
          <p:nvPr/>
        </p:nvSpPr>
        <p:spPr bwMode="auto">
          <a:xfrm>
            <a:off x="4926660" y="3805192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Global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391C71-7B87-C7C3-79FF-D5E8477831AB}"/>
              </a:ext>
            </a:extLst>
          </p:cNvPr>
          <p:cNvSpPr txBox="1"/>
          <p:nvPr/>
        </p:nvSpPr>
        <p:spPr bwMode="auto">
          <a:xfrm>
            <a:off x="4870413" y="2761497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5743D3-4266-6714-F00C-B60D49DD1F98}"/>
              </a:ext>
            </a:extLst>
          </p:cNvPr>
          <p:cNvSpPr txBox="1"/>
          <p:nvPr/>
        </p:nvSpPr>
        <p:spPr bwMode="auto">
          <a:xfrm>
            <a:off x="2695626" y="2284237"/>
            <a:ext cx="2651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单个物理接口或者多个物理接口的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Channel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Trunk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模式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B57A255-E9A3-0BED-B77C-D9F5F0ECF522}"/>
              </a:ext>
            </a:extLst>
          </p:cNvPr>
          <p:cNvSpPr txBox="1"/>
          <p:nvPr/>
        </p:nvSpPr>
        <p:spPr bwMode="auto">
          <a:xfrm>
            <a:off x="2397541" y="1892127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C9A2CB-B96D-50BF-3458-7BED0C502C92}"/>
              </a:ext>
            </a:extLst>
          </p:cNvPr>
          <p:cNvSpPr txBox="1"/>
          <p:nvPr/>
        </p:nvSpPr>
        <p:spPr bwMode="auto">
          <a:xfrm>
            <a:off x="3653691" y="1899925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B7A817-3249-1E3D-0544-0A9FA328CD00}"/>
              </a:ext>
            </a:extLst>
          </p:cNvPr>
          <p:cNvSpPr txBox="1"/>
          <p:nvPr/>
        </p:nvSpPr>
        <p:spPr bwMode="auto">
          <a:xfrm>
            <a:off x="4909842" y="1860009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510ACB-A291-6E54-2CF3-A842912C5811}"/>
              </a:ext>
            </a:extLst>
          </p:cNvPr>
          <p:cNvSpPr txBox="1"/>
          <p:nvPr/>
        </p:nvSpPr>
        <p:spPr bwMode="auto">
          <a:xfrm>
            <a:off x="5640856" y="1604096"/>
            <a:ext cx="13181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防火墙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E2EDDD-C3A3-DB9F-7DC5-B904F6152182}"/>
              </a:ext>
            </a:extLst>
          </p:cNvPr>
          <p:cNvSpPr txBox="1"/>
          <p:nvPr/>
        </p:nvSpPr>
        <p:spPr bwMode="auto">
          <a:xfrm>
            <a:off x="3622131" y="3801912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VRF App2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F60624-7E7E-1D5E-6237-EA7C80C3E732}"/>
              </a:ext>
            </a:extLst>
          </p:cNvPr>
          <p:cNvSpPr txBox="1"/>
          <p:nvPr/>
        </p:nvSpPr>
        <p:spPr bwMode="auto">
          <a:xfrm>
            <a:off x="3622131" y="4147633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13-23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E3CD2BC-68E1-6BB0-7B14-F53CAD5917E4}"/>
              </a:ext>
            </a:extLst>
          </p:cNvPr>
          <p:cNvCxnSpPr/>
          <p:nvPr/>
        </p:nvCxnSpPr>
        <p:spPr>
          <a:xfrm>
            <a:off x="2747534" y="2102513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2A312EEF-AC7B-A016-9A28-05C26963B273}"/>
              </a:ext>
            </a:extLst>
          </p:cNvPr>
          <p:cNvCxnSpPr/>
          <p:nvPr/>
        </p:nvCxnSpPr>
        <p:spPr>
          <a:xfrm>
            <a:off x="4009208" y="2102513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00C0C59-27B4-D162-40A9-08DB567D82E3}"/>
              </a:ext>
            </a:extLst>
          </p:cNvPr>
          <p:cNvCxnSpPr/>
          <p:nvPr/>
        </p:nvCxnSpPr>
        <p:spPr>
          <a:xfrm>
            <a:off x="5294581" y="2091049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62">
            <a:extLst>
              <a:ext uri="{FF2B5EF4-FFF2-40B4-BE49-F238E27FC236}">
                <a16:creationId xmlns:a16="http://schemas.microsoft.com/office/drawing/2014/main" id="{2B6BFD1B-6B5E-4B69-0C2E-DE30CD356080}"/>
              </a:ext>
            </a:extLst>
          </p:cNvPr>
          <p:cNvGrpSpPr>
            <a:grpSpLocks noChangeAspect="1"/>
          </p:cNvGrpSpPr>
          <p:nvPr/>
        </p:nvGrpSpPr>
        <p:grpSpPr>
          <a:xfrm>
            <a:off x="8012054" y="3073937"/>
            <a:ext cx="3413776" cy="492224"/>
            <a:chOff x="5913932" y="2761272"/>
            <a:chExt cx="324229" cy="324229"/>
          </a:xfrm>
        </p:grpSpPr>
        <p:sp>
          <p:nvSpPr>
            <p:cNvPr id="30" name="Rectangle 63">
              <a:extLst>
                <a:ext uri="{FF2B5EF4-FFF2-40B4-BE49-F238E27FC236}">
                  <a16:creationId xmlns:a16="http://schemas.microsoft.com/office/drawing/2014/main" id="{3FCBA16A-70F7-572B-847B-10DB64BF9107}"/>
                </a:ext>
              </a:extLst>
            </p:cNvPr>
            <p:cNvSpPr/>
            <p:nvPr/>
          </p:nvSpPr>
          <p:spPr>
            <a:xfrm>
              <a:off x="5954725" y="2806700"/>
              <a:ext cx="264436" cy="23645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  <p:sp>
          <p:nvSpPr>
            <p:cNvPr id="31" name="Rounded Rectangle 25">
              <a:extLst>
                <a:ext uri="{FF2B5EF4-FFF2-40B4-BE49-F238E27FC236}">
                  <a16:creationId xmlns:a16="http://schemas.microsoft.com/office/drawing/2014/main" id="{321E93F0-97BA-9171-7BE0-46428B4FB448}"/>
                </a:ext>
              </a:extLst>
            </p:cNvPr>
            <p:cNvSpPr/>
            <p:nvPr/>
          </p:nvSpPr>
          <p:spPr>
            <a:xfrm>
              <a:off x="5913932" y="2761272"/>
              <a:ext cx="324229" cy="324229"/>
            </a:xfrm>
            <a:custGeom>
              <a:avLst/>
              <a:gdLst/>
              <a:ahLst/>
              <a:cxnLst/>
              <a:rect l="l" t="t" r="r" b="b"/>
              <a:pathLst>
                <a:path w="1123462" h="1123462">
                  <a:moveTo>
                    <a:pt x="758801" y="661837"/>
                  </a:moveTo>
                  <a:cubicBezTo>
                    <a:pt x="749648" y="661762"/>
                    <a:pt x="740466" y="665180"/>
                    <a:pt x="733427" y="672107"/>
                  </a:cubicBezTo>
                  <a:cubicBezTo>
                    <a:pt x="719346" y="685961"/>
                    <a:pt x="719161" y="708607"/>
                    <a:pt x="733016" y="722687"/>
                  </a:cubicBezTo>
                  <a:lnTo>
                    <a:pt x="753910" y="743923"/>
                  </a:lnTo>
                  <a:lnTo>
                    <a:pt x="542733" y="743923"/>
                  </a:lnTo>
                  <a:cubicBezTo>
                    <a:pt x="532857" y="743923"/>
                    <a:pt x="523914" y="747926"/>
                    <a:pt x="517443" y="754399"/>
                  </a:cubicBezTo>
                  <a:lnTo>
                    <a:pt x="506967" y="779690"/>
                  </a:lnTo>
                  <a:lnTo>
                    <a:pt x="517443" y="804981"/>
                  </a:lnTo>
                  <a:cubicBezTo>
                    <a:pt x="523916" y="811453"/>
                    <a:pt x="532858" y="815458"/>
                    <a:pt x="542734" y="815457"/>
                  </a:cubicBezTo>
                  <a:lnTo>
                    <a:pt x="753910" y="815457"/>
                  </a:lnTo>
                  <a:lnTo>
                    <a:pt x="733016" y="836693"/>
                  </a:lnTo>
                  <a:cubicBezTo>
                    <a:pt x="719162" y="850774"/>
                    <a:pt x="719346" y="873420"/>
                    <a:pt x="733426" y="887274"/>
                  </a:cubicBezTo>
                  <a:cubicBezTo>
                    <a:pt x="747507" y="901128"/>
                    <a:pt x="770153" y="900944"/>
                    <a:pt x="784007" y="886863"/>
                  </a:cubicBezTo>
                  <a:lnTo>
                    <a:pt x="864319" y="805239"/>
                  </a:lnTo>
                  <a:lnTo>
                    <a:pt x="869302" y="797600"/>
                  </a:lnTo>
                  <a:lnTo>
                    <a:pt x="871992" y="793612"/>
                  </a:lnTo>
                  <a:lnTo>
                    <a:pt x="872069" y="793358"/>
                  </a:lnTo>
                  <a:lnTo>
                    <a:pt x="872080" y="793343"/>
                  </a:lnTo>
                  <a:lnTo>
                    <a:pt x="872088" y="793303"/>
                  </a:lnTo>
                  <a:lnTo>
                    <a:pt x="874076" y="786899"/>
                  </a:lnTo>
                  <a:cubicBezTo>
                    <a:pt x="874552" y="784570"/>
                    <a:pt x="874802" y="782160"/>
                    <a:pt x="874802" y="779690"/>
                  </a:cubicBezTo>
                  <a:cubicBezTo>
                    <a:pt x="874801" y="777222"/>
                    <a:pt x="874552" y="774810"/>
                    <a:pt x="874075" y="772482"/>
                  </a:cubicBezTo>
                  <a:lnTo>
                    <a:pt x="872087" y="766077"/>
                  </a:lnTo>
                  <a:lnTo>
                    <a:pt x="872080" y="766038"/>
                  </a:lnTo>
                  <a:lnTo>
                    <a:pt x="872070" y="766023"/>
                  </a:lnTo>
                  <a:lnTo>
                    <a:pt x="871992" y="765768"/>
                  </a:lnTo>
                  <a:lnTo>
                    <a:pt x="869291" y="761764"/>
                  </a:lnTo>
                  <a:lnTo>
                    <a:pt x="864318" y="754142"/>
                  </a:lnTo>
                  <a:lnTo>
                    <a:pt x="784006" y="672518"/>
                  </a:lnTo>
                  <a:cubicBezTo>
                    <a:pt x="777079" y="665477"/>
                    <a:pt x="767954" y="661911"/>
                    <a:pt x="758801" y="661837"/>
                  </a:cubicBezTo>
                  <a:close/>
                  <a:moveTo>
                    <a:pt x="364661" y="558282"/>
                  </a:moveTo>
                  <a:cubicBezTo>
                    <a:pt x="355509" y="558355"/>
                    <a:pt x="346384" y="561922"/>
                    <a:pt x="339457" y="568962"/>
                  </a:cubicBezTo>
                  <a:lnTo>
                    <a:pt x="259145" y="650587"/>
                  </a:lnTo>
                  <a:lnTo>
                    <a:pt x="254172" y="658209"/>
                  </a:lnTo>
                  <a:lnTo>
                    <a:pt x="251473" y="662213"/>
                  </a:lnTo>
                  <a:lnTo>
                    <a:pt x="251394" y="662469"/>
                  </a:lnTo>
                  <a:lnTo>
                    <a:pt x="251384" y="662482"/>
                  </a:lnTo>
                  <a:lnTo>
                    <a:pt x="251377" y="662522"/>
                  </a:lnTo>
                  <a:lnTo>
                    <a:pt x="249388" y="668927"/>
                  </a:lnTo>
                  <a:cubicBezTo>
                    <a:pt x="248912" y="671255"/>
                    <a:pt x="248662" y="673667"/>
                    <a:pt x="248662" y="676135"/>
                  </a:cubicBezTo>
                  <a:cubicBezTo>
                    <a:pt x="248662" y="678605"/>
                    <a:pt x="248913" y="681015"/>
                    <a:pt x="249389" y="683344"/>
                  </a:cubicBezTo>
                  <a:lnTo>
                    <a:pt x="251377" y="689748"/>
                  </a:lnTo>
                  <a:lnTo>
                    <a:pt x="251383" y="689789"/>
                  </a:lnTo>
                  <a:lnTo>
                    <a:pt x="251393" y="689803"/>
                  </a:lnTo>
                  <a:lnTo>
                    <a:pt x="251473" y="690057"/>
                  </a:lnTo>
                  <a:lnTo>
                    <a:pt x="254161" y="694045"/>
                  </a:lnTo>
                  <a:lnTo>
                    <a:pt x="259145" y="701683"/>
                  </a:lnTo>
                  <a:lnTo>
                    <a:pt x="339457" y="783309"/>
                  </a:lnTo>
                  <a:cubicBezTo>
                    <a:pt x="353311" y="797389"/>
                    <a:pt x="375956" y="797573"/>
                    <a:pt x="390037" y="783719"/>
                  </a:cubicBezTo>
                  <a:cubicBezTo>
                    <a:pt x="404118" y="769864"/>
                    <a:pt x="404302" y="747219"/>
                    <a:pt x="390448" y="733138"/>
                  </a:cubicBezTo>
                  <a:lnTo>
                    <a:pt x="369553" y="711902"/>
                  </a:lnTo>
                  <a:lnTo>
                    <a:pt x="580730" y="711901"/>
                  </a:lnTo>
                  <a:cubicBezTo>
                    <a:pt x="590607" y="711902"/>
                    <a:pt x="599548" y="707899"/>
                    <a:pt x="606020" y="701426"/>
                  </a:cubicBezTo>
                  <a:lnTo>
                    <a:pt x="616497" y="676135"/>
                  </a:lnTo>
                  <a:lnTo>
                    <a:pt x="606021" y="650843"/>
                  </a:lnTo>
                  <a:cubicBezTo>
                    <a:pt x="599549" y="644371"/>
                    <a:pt x="590606" y="640368"/>
                    <a:pt x="580730" y="640368"/>
                  </a:cubicBezTo>
                  <a:lnTo>
                    <a:pt x="369554" y="640368"/>
                  </a:lnTo>
                  <a:lnTo>
                    <a:pt x="390448" y="619133"/>
                  </a:lnTo>
                  <a:cubicBezTo>
                    <a:pt x="404302" y="605052"/>
                    <a:pt x="404118" y="582406"/>
                    <a:pt x="390038" y="568551"/>
                  </a:cubicBezTo>
                  <a:lnTo>
                    <a:pt x="390038" y="568553"/>
                  </a:lnTo>
                  <a:cubicBezTo>
                    <a:pt x="382997" y="561625"/>
                    <a:pt x="373815" y="558207"/>
                    <a:pt x="364661" y="558282"/>
                  </a:cubicBezTo>
                  <a:close/>
                  <a:moveTo>
                    <a:pt x="758801" y="329475"/>
                  </a:moveTo>
                  <a:cubicBezTo>
                    <a:pt x="749649" y="329401"/>
                    <a:pt x="740466" y="332819"/>
                    <a:pt x="733427" y="339746"/>
                  </a:cubicBezTo>
                  <a:lnTo>
                    <a:pt x="733426" y="339746"/>
                  </a:lnTo>
                  <a:cubicBezTo>
                    <a:pt x="719345" y="353600"/>
                    <a:pt x="719161" y="376245"/>
                    <a:pt x="733017" y="390327"/>
                  </a:cubicBezTo>
                  <a:lnTo>
                    <a:pt x="753909" y="411562"/>
                  </a:lnTo>
                  <a:lnTo>
                    <a:pt x="542733" y="411561"/>
                  </a:lnTo>
                  <a:cubicBezTo>
                    <a:pt x="532856" y="411562"/>
                    <a:pt x="523915" y="415565"/>
                    <a:pt x="517443" y="422037"/>
                  </a:cubicBezTo>
                  <a:lnTo>
                    <a:pt x="506967" y="447329"/>
                  </a:lnTo>
                  <a:lnTo>
                    <a:pt x="517443" y="472620"/>
                  </a:lnTo>
                  <a:cubicBezTo>
                    <a:pt x="523916" y="479093"/>
                    <a:pt x="532857" y="483097"/>
                    <a:pt x="542734" y="483095"/>
                  </a:cubicBezTo>
                  <a:lnTo>
                    <a:pt x="753910" y="483096"/>
                  </a:lnTo>
                  <a:lnTo>
                    <a:pt x="733016" y="504333"/>
                  </a:lnTo>
                  <a:cubicBezTo>
                    <a:pt x="719162" y="518413"/>
                    <a:pt x="719345" y="541059"/>
                    <a:pt x="733426" y="554913"/>
                  </a:cubicBezTo>
                  <a:cubicBezTo>
                    <a:pt x="747507" y="568767"/>
                    <a:pt x="770152" y="568583"/>
                    <a:pt x="784007" y="554503"/>
                  </a:cubicBezTo>
                  <a:lnTo>
                    <a:pt x="864318" y="472878"/>
                  </a:lnTo>
                  <a:lnTo>
                    <a:pt x="869302" y="465238"/>
                  </a:lnTo>
                  <a:lnTo>
                    <a:pt x="871991" y="461251"/>
                  </a:lnTo>
                  <a:lnTo>
                    <a:pt x="872070" y="460997"/>
                  </a:lnTo>
                  <a:lnTo>
                    <a:pt x="872079" y="460982"/>
                  </a:lnTo>
                  <a:lnTo>
                    <a:pt x="872087" y="460942"/>
                  </a:lnTo>
                  <a:lnTo>
                    <a:pt x="874075" y="454537"/>
                  </a:lnTo>
                  <a:cubicBezTo>
                    <a:pt x="874551" y="452209"/>
                    <a:pt x="874801" y="449799"/>
                    <a:pt x="874801" y="447329"/>
                  </a:cubicBezTo>
                  <a:cubicBezTo>
                    <a:pt x="874802" y="444860"/>
                    <a:pt x="874552" y="442449"/>
                    <a:pt x="874076" y="440121"/>
                  </a:cubicBezTo>
                  <a:lnTo>
                    <a:pt x="872087" y="433715"/>
                  </a:lnTo>
                  <a:lnTo>
                    <a:pt x="872079" y="433677"/>
                  </a:lnTo>
                  <a:lnTo>
                    <a:pt x="872071" y="433662"/>
                  </a:lnTo>
                  <a:lnTo>
                    <a:pt x="871991" y="433407"/>
                  </a:lnTo>
                  <a:lnTo>
                    <a:pt x="869292" y="429403"/>
                  </a:lnTo>
                  <a:lnTo>
                    <a:pt x="864319" y="421781"/>
                  </a:lnTo>
                  <a:lnTo>
                    <a:pt x="784007" y="340156"/>
                  </a:lnTo>
                  <a:cubicBezTo>
                    <a:pt x="777079" y="333117"/>
                    <a:pt x="767954" y="329550"/>
                    <a:pt x="758801" y="329475"/>
                  </a:cubicBezTo>
                  <a:close/>
                  <a:moveTo>
                    <a:pt x="364662" y="225921"/>
                  </a:moveTo>
                  <a:cubicBezTo>
                    <a:pt x="355509" y="225995"/>
                    <a:pt x="346383" y="229561"/>
                    <a:pt x="339456" y="236601"/>
                  </a:cubicBezTo>
                  <a:lnTo>
                    <a:pt x="259145" y="318226"/>
                  </a:lnTo>
                  <a:lnTo>
                    <a:pt x="254173" y="325848"/>
                  </a:lnTo>
                  <a:lnTo>
                    <a:pt x="251473" y="329852"/>
                  </a:lnTo>
                  <a:lnTo>
                    <a:pt x="251394" y="330107"/>
                  </a:lnTo>
                  <a:lnTo>
                    <a:pt x="251384" y="330122"/>
                  </a:lnTo>
                  <a:lnTo>
                    <a:pt x="251376" y="330161"/>
                  </a:lnTo>
                  <a:lnTo>
                    <a:pt x="249389" y="336566"/>
                  </a:lnTo>
                  <a:cubicBezTo>
                    <a:pt x="248912" y="338894"/>
                    <a:pt x="248662" y="341305"/>
                    <a:pt x="248662" y="343774"/>
                  </a:cubicBezTo>
                  <a:cubicBezTo>
                    <a:pt x="248662" y="346244"/>
                    <a:pt x="248912" y="348654"/>
                    <a:pt x="249389" y="350982"/>
                  </a:cubicBezTo>
                  <a:lnTo>
                    <a:pt x="251377" y="357387"/>
                  </a:lnTo>
                  <a:lnTo>
                    <a:pt x="251384" y="357428"/>
                  </a:lnTo>
                  <a:lnTo>
                    <a:pt x="251393" y="357443"/>
                  </a:lnTo>
                  <a:lnTo>
                    <a:pt x="251473" y="357696"/>
                  </a:lnTo>
                  <a:lnTo>
                    <a:pt x="254161" y="361684"/>
                  </a:lnTo>
                  <a:lnTo>
                    <a:pt x="259145" y="369323"/>
                  </a:lnTo>
                  <a:lnTo>
                    <a:pt x="339456" y="450948"/>
                  </a:lnTo>
                  <a:cubicBezTo>
                    <a:pt x="353310" y="465028"/>
                    <a:pt x="375957" y="465212"/>
                    <a:pt x="390037" y="451358"/>
                  </a:cubicBezTo>
                  <a:cubicBezTo>
                    <a:pt x="404118" y="437503"/>
                    <a:pt x="404302" y="414858"/>
                    <a:pt x="390448" y="400777"/>
                  </a:cubicBezTo>
                  <a:lnTo>
                    <a:pt x="369553" y="379542"/>
                  </a:lnTo>
                  <a:lnTo>
                    <a:pt x="580730" y="379541"/>
                  </a:lnTo>
                  <a:cubicBezTo>
                    <a:pt x="590606" y="379541"/>
                    <a:pt x="599549" y="375538"/>
                    <a:pt x="606021" y="369065"/>
                  </a:cubicBezTo>
                  <a:lnTo>
                    <a:pt x="616497" y="343774"/>
                  </a:lnTo>
                  <a:lnTo>
                    <a:pt x="606021" y="318483"/>
                  </a:lnTo>
                  <a:cubicBezTo>
                    <a:pt x="599549" y="312010"/>
                    <a:pt x="590606" y="308006"/>
                    <a:pt x="580730" y="308006"/>
                  </a:cubicBezTo>
                  <a:lnTo>
                    <a:pt x="369553" y="308007"/>
                  </a:lnTo>
                  <a:lnTo>
                    <a:pt x="390447" y="286772"/>
                  </a:lnTo>
                  <a:cubicBezTo>
                    <a:pt x="404302" y="272691"/>
                    <a:pt x="404118" y="250045"/>
                    <a:pt x="390038" y="236191"/>
                  </a:cubicBezTo>
                  <a:cubicBezTo>
                    <a:pt x="382997" y="229264"/>
                    <a:pt x="373816" y="225846"/>
                    <a:pt x="364662" y="225921"/>
                  </a:cubicBezTo>
                  <a:close/>
                  <a:moveTo>
                    <a:pt x="99325" y="0"/>
                  </a:moveTo>
                  <a:lnTo>
                    <a:pt x="1024137" y="0"/>
                  </a:lnTo>
                  <a:cubicBezTo>
                    <a:pt x="1078993" y="0"/>
                    <a:pt x="1123462" y="44469"/>
                    <a:pt x="1123462" y="99325"/>
                  </a:cubicBezTo>
                  <a:lnTo>
                    <a:pt x="1123462" y="1024137"/>
                  </a:lnTo>
                  <a:cubicBezTo>
                    <a:pt x="1123462" y="1078993"/>
                    <a:pt x="1078993" y="1123462"/>
                    <a:pt x="1024137" y="1123462"/>
                  </a:cubicBezTo>
                  <a:lnTo>
                    <a:pt x="99325" y="1123462"/>
                  </a:lnTo>
                  <a:cubicBezTo>
                    <a:pt x="44469" y="1123462"/>
                    <a:pt x="0" y="1078993"/>
                    <a:pt x="0" y="1024137"/>
                  </a:cubicBezTo>
                  <a:lnTo>
                    <a:pt x="0" y="99325"/>
                  </a:lnTo>
                  <a:cubicBezTo>
                    <a:pt x="0" y="44469"/>
                    <a:pt x="44469" y="0"/>
                    <a:pt x="99325" y="0"/>
                  </a:cubicBezTo>
                  <a:close/>
                </a:path>
              </a:pathLst>
            </a:custGeom>
            <a:solidFill>
              <a:srgbClr val="143457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1A490F21-5885-B258-DE2A-731F7ED2B639}"/>
              </a:ext>
            </a:extLst>
          </p:cNvPr>
          <p:cNvSpPr txBox="1"/>
          <p:nvPr/>
        </p:nvSpPr>
        <p:spPr bwMode="auto">
          <a:xfrm>
            <a:off x="8794659" y="2735889"/>
            <a:ext cx="17089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核心交换机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C080F6-5644-C2AE-1108-EC974404164C}"/>
              </a:ext>
            </a:extLst>
          </p:cNvPr>
          <p:cNvSpPr txBox="1"/>
          <p:nvPr/>
        </p:nvSpPr>
        <p:spPr bwMode="auto">
          <a:xfrm>
            <a:off x="6003476" y="3425720"/>
            <a:ext cx="1684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单个物理接口或者多个物理接口的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Channel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Access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模式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E9BA0A-E673-8751-8E3E-03958ABCB337}"/>
              </a:ext>
            </a:extLst>
          </p:cNvPr>
          <p:cNvSpPr txBox="1"/>
          <p:nvPr/>
        </p:nvSpPr>
        <p:spPr bwMode="auto">
          <a:xfrm>
            <a:off x="4921563" y="3199830"/>
            <a:ext cx="867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VLAN34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B112EF7-BD84-643F-E6E9-05FF92C56C50}"/>
              </a:ext>
            </a:extLst>
          </p:cNvPr>
          <p:cNvSpPr txBox="1"/>
          <p:nvPr/>
        </p:nvSpPr>
        <p:spPr bwMode="auto">
          <a:xfrm>
            <a:off x="4905361" y="4046404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others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096145B-0D08-9F8D-5BA3-E112666BD687}"/>
              </a:ext>
            </a:extLst>
          </p:cNvPr>
          <p:cNvSpPr txBox="1"/>
          <p:nvPr/>
        </p:nvSpPr>
        <p:spPr bwMode="auto">
          <a:xfrm>
            <a:off x="7897107" y="3191578"/>
            <a:ext cx="867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VLAN34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140FD6BE-32BC-057B-F600-A5EBC5EBCC27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5862298" y="3314689"/>
            <a:ext cx="2034809" cy="23082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C13106-630B-43DF-0967-DCD2D4F0FD5B}"/>
              </a:ext>
            </a:extLst>
          </p:cNvPr>
          <p:cNvSpPr txBox="1"/>
          <p:nvPr/>
        </p:nvSpPr>
        <p:spPr bwMode="auto">
          <a:xfrm>
            <a:off x="681702" y="2967457"/>
            <a:ext cx="17089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核心应用分区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汇聚交换机</a:t>
            </a:r>
          </a:p>
        </p:txBody>
      </p:sp>
    </p:spTree>
    <p:extLst>
      <p:ext uri="{BB962C8B-B14F-4D97-AF65-F5344CB8AC3E}">
        <p14:creationId xmlns:p14="http://schemas.microsoft.com/office/powerpoint/2010/main" val="17660790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077D-FFCF-D84C-8C34-A4DEFCA4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F3CE3CE-2019-4A98-D787-494ABC2702CE}"/>
              </a:ext>
            </a:extLst>
          </p:cNvPr>
          <p:cNvSpPr/>
          <p:nvPr/>
        </p:nvSpPr>
        <p:spPr bwMode="auto">
          <a:xfrm>
            <a:off x="5479848" y="3208629"/>
            <a:ext cx="2651624" cy="220371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381029-55CC-1FFD-EB57-4D18908B717D}"/>
              </a:ext>
            </a:extLst>
          </p:cNvPr>
          <p:cNvSpPr/>
          <p:nvPr/>
        </p:nvSpPr>
        <p:spPr bwMode="auto">
          <a:xfrm>
            <a:off x="2695627" y="1937031"/>
            <a:ext cx="2651624" cy="1189197"/>
          </a:xfrm>
          <a:prstGeom prst="rect">
            <a:avLst/>
          </a:prstGeom>
          <a:solidFill>
            <a:srgbClr val="92D050"/>
          </a:solidFill>
          <a:ln w="12700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6" name="Group 62">
            <a:extLst>
              <a:ext uri="{FF2B5EF4-FFF2-40B4-BE49-F238E27FC236}">
                <a16:creationId xmlns:a16="http://schemas.microsoft.com/office/drawing/2014/main" id="{9344D790-5009-E558-37B9-A62955761F55}"/>
              </a:ext>
            </a:extLst>
          </p:cNvPr>
          <p:cNvGrpSpPr>
            <a:grpSpLocks noChangeAspect="1"/>
          </p:cNvGrpSpPr>
          <p:nvPr/>
        </p:nvGrpSpPr>
        <p:grpSpPr>
          <a:xfrm>
            <a:off x="2266121" y="3057262"/>
            <a:ext cx="3413776" cy="492224"/>
            <a:chOff x="5913932" y="2761272"/>
            <a:chExt cx="324229" cy="324229"/>
          </a:xfrm>
        </p:grpSpPr>
        <p:sp>
          <p:nvSpPr>
            <p:cNvPr id="7" name="Rectangle 63">
              <a:extLst>
                <a:ext uri="{FF2B5EF4-FFF2-40B4-BE49-F238E27FC236}">
                  <a16:creationId xmlns:a16="http://schemas.microsoft.com/office/drawing/2014/main" id="{5C697BC6-C129-8A61-792E-AD3F9DE1B322}"/>
                </a:ext>
              </a:extLst>
            </p:cNvPr>
            <p:cNvSpPr/>
            <p:nvPr/>
          </p:nvSpPr>
          <p:spPr>
            <a:xfrm>
              <a:off x="5954725" y="2806700"/>
              <a:ext cx="264436" cy="23645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  <p:sp>
          <p:nvSpPr>
            <p:cNvPr id="8" name="Rounded Rectangle 25">
              <a:extLst>
                <a:ext uri="{FF2B5EF4-FFF2-40B4-BE49-F238E27FC236}">
                  <a16:creationId xmlns:a16="http://schemas.microsoft.com/office/drawing/2014/main" id="{6D428031-7693-844F-33D5-500C665D6EE6}"/>
                </a:ext>
              </a:extLst>
            </p:cNvPr>
            <p:cNvSpPr/>
            <p:nvPr/>
          </p:nvSpPr>
          <p:spPr>
            <a:xfrm>
              <a:off x="5913932" y="2761272"/>
              <a:ext cx="324229" cy="324229"/>
            </a:xfrm>
            <a:custGeom>
              <a:avLst/>
              <a:gdLst/>
              <a:ahLst/>
              <a:cxnLst/>
              <a:rect l="l" t="t" r="r" b="b"/>
              <a:pathLst>
                <a:path w="1123462" h="1123462">
                  <a:moveTo>
                    <a:pt x="758801" y="661837"/>
                  </a:moveTo>
                  <a:cubicBezTo>
                    <a:pt x="749648" y="661762"/>
                    <a:pt x="740466" y="665180"/>
                    <a:pt x="733427" y="672107"/>
                  </a:cubicBezTo>
                  <a:cubicBezTo>
                    <a:pt x="719346" y="685961"/>
                    <a:pt x="719161" y="708607"/>
                    <a:pt x="733016" y="722687"/>
                  </a:cubicBezTo>
                  <a:lnTo>
                    <a:pt x="753910" y="743923"/>
                  </a:lnTo>
                  <a:lnTo>
                    <a:pt x="542733" y="743923"/>
                  </a:lnTo>
                  <a:cubicBezTo>
                    <a:pt x="532857" y="743923"/>
                    <a:pt x="523914" y="747926"/>
                    <a:pt x="517443" y="754399"/>
                  </a:cubicBezTo>
                  <a:lnTo>
                    <a:pt x="506967" y="779690"/>
                  </a:lnTo>
                  <a:lnTo>
                    <a:pt x="517443" y="804981"/>
                  </a:lnTo>
                  <a:cubicBezTo>
                    <a:pt x="523916" y="811453"/>
                    <a:pt x="532858" y="815458"/>
                    <a:pt x="542734" y="815457"/>
                  </a:cubicBezTo>
                  <a:lnTo>
                    <a:pt x="753910" y="815457"/>
                  </a:lnTo>
                  <a:lnTo>
                    <a:pt x="733016" y="836693"/>
                  </a:lnTo>
                  <a:cubicBezTo>
                    <a:pt x="719162" y="850774"/>
                    <a:pt x="719346" y="873420"/>
                    <a:pt x="733426" y="887274"/>
                  </a:cubicBezTo>
                  <a:cubicBezTo>
                    <a:pt x="747507" y="901128"/>
                    <a:pt x="770153" y="900944"/>
                    <a:pt x="784007" y="886863"/>
                  </a:cubicBezTo>
                  <a:lnTo>
                    <a:pt x="864319" y="805239"/>
                  </a:lnTo>
                  <a:lnTo>
                    <a:pt x="869302" y="797600"/>
                  </a:lnTo>
                  <a:lnTo>
                    <a:pt x="871992" y="793612"/>
                  </a:lnTo>
                  <a:lnTo>
                    <a:pt x="872069" y="793358"/>
                  </a:lnTo>
                  <a:lnTo>
                    <a:pt x="872080" y="793343"/>
                  </a:lnTo>
                  <a:lnTo>
                    <a:pt x="872088" y="793303"/>
                  </a:lnTo>
                  <a:lnTo>
                    <a:pt x="874076" y="786899"/>
                  </a:lnTo>
                  <a:cubicBezTo>
                    <a:pt x="874552" y="784570"/>
                    <a:pt x="874802" y="782160"/>
                    <a:pt x="874802" y="779690"/>
                  </a:cubicBezTo>
                  <a:cubicBezTo>
                    <a:pt x="874801" y="777222"/>
                    <a:pt x="874552" y="774810"/>
                    <a:pt x="874075" y="772482"/>
                  </a:cubicBezTo>
                  <a:lnTo>
                    <a:pt x="872087" y="766077"/>
                  </a:lnTo>
                  <a:lnTo>
                    <a:pt x="872080" y="766038"/>
                  </a:lnTo>
                  <a:lnTo>
                    <a:pt x="872070" y="766023"/>
                  </a:lnTo>
                  <a:lnTo>
                    <a:pt x="871992" y="765768"/>
                  </a:lnTo>
                  <a:lnTo>
                    <a:pt x="869291" y="761764"/>
                  </a:lnTo>
                  <a:lnTo>
                    <a:pt x="864318" y="754142"/>
                  </a:lnTo>
                  <a:lnTo>
                    <a:pt x="784006" y="672518"/>
                  </a:lnTo>
                  <a:cubicBezTo>
                    <a:pt x="777079" y="665477"/>
                    <a:pt x="767954" y="661911"/>
                    <a:pt x="758801" y="661837"/>
                  </a:cubicBezTo>
                  <a:close/>
                  <a:moveTo>
                    <a:pt x="364661" y="558282"/>
                  </a:moveTo>
                  <a:cubicBezTo>
                    <a:pt x="355509" y="558355"/>
                    <a:pt x="346384" y="561922"/>
                    <a:pt x="339457" y="568962"/>
                  </a:cubicBezTo>
                  <a:lnTo>
                    <a:pt x="259145" y="650587"/>
                  </a:lnTo>
                  <a:lnTo>
                    <a:pt x="254172" y="658209"/>
                  </a:lnTo>
                  <a:lnTo>
                    <a:pt x="251473" y="662213"/>
                  </a:lnTo>
                  <a:lnTo>
                    <a:pt x="251394" y="662469"/>
                  </a:lnTo>
                  <a:lnTo>
                    <a:pt x="251384" y="662482"/>
                  </a:lnTo>
                  <a:lnTo>
                    <a:pt x="251377" y="662522"/>
                  </a:lnTo>
                  <a:lnTo>
                    <a:pt x="249388" y="668927"/>
                  </a:lnTo>
                  <a:cubicBezTo>
                    <a:pt x="248912" y="671255"/>
                    <a:pt x="248662" y="673667"/>
                    <a:pt x="248662" y="676135"/>
                  </a:cubicBezTo>
                  <a:cubicBezTo>
                    <a:pt x="248662" y="678605"/>
                    <a:pt x="248913" y="681015"/>
                    <a:pt x="249389" y="683344"/>
                  </a:cubicBezTo>
                  <a:lnTo>
                    <a:pt x="251377" y="689748"/>
                  </a:lnTo>
                  <a:lnTo>
                    <a:pt x="251383" y="689789"/>
                  </a:lnTo>
                  <a:lnTo>
                    <a:pt x="251393" y="689803"/>
                  </a:lnTo>
                  <a:lnTo>
                    <a:pt x="251473" y="690057"/>
                  </a:lnTo>
                  <a:lnTo>
                    <a:pt x="254161" y="694045"/>
                  </a:lnTo>
                  <a:lnTo>
                    <a:pt x="259145" y="701683"/>
                  </a:lnTo>
                  <a:lnTo>
                    <a:pt x="339457" y="783309"/>
                  </a:lnTo>
                  <a:cubicBezTo>
                    <a:pt x="353311" y="797389"/>
                    <a:pt x="375956" y="797573"/>
                    <a:pt x="390037" y="783719"/>
                  </a:cubicBezTo>
                  <a:cubicBezTo>
                    <a:pt x="404118" y="769864"/>
                    <a:pt x="404302" y="747219"/>
                    <a:pt x="390448" y="733138"/>
                  </a:cubicBezTo>
                  <a:lnTo>
                    <a:pt x="369553" y="711902"/>
                  </a:lnTo>
                  <a:lnTo>
                    <a:pt x="580730" y="711901"/>
                  </a:lnTo>
                  <a:cubicBezTo>
                    <a:pt x="590607" y="711902"/>
                    <a:pt x="599548" y="707899"/>
                    <a:pt x="606020" y="701426"/>
                  </a:cubicBezTo>
                  <a:lnTo>
                    <a:pt x="616497" y="676135"/>
                  </a:lnTo>
                  <a:lnTo>
                    <a:pt x="606021" y="650843"/>
                  </a:lnTo>
                  <a:cubicBezTo>
                    <a:pt x="599549" y="644371"/>
                    <a:pt x="590606" y="640368"/>
                    <a:pt x="580730" y="640368"/>
                  </a:cubicBezTo>
                  <a:lnTo>
                    <a:pt x="369554" y="640368"/>
                  </a:lnTo>
                  <a:lnTo>
                    <a:pt x="390448" y="619133"/>
                  </a:lnTo>
                  <a:cubicBezTo>
                    <a:pt x="404302" y="605052"/>
                    <a:pt x="404118" y="582406"/>
                    <a:pt x="390038" y="568551"/>
                  </a:cubicBezTo>
                  <a:lnTo>
                    <a:pt x="390038" y="568553"/>
                  </a:lnTo>
                  <a:cubicBezTo>
                    <a:pt x="382997" y="561625"/>
                    <a:pt x="373815" y="558207"/>
                    <a:pt x="364661" y="558282"/>
                  </a:cubicBezTo>
                  <a:close/>
                  <a:moveTo>
                    <a:pt x="758801" y="329475"/>
                  </a:moveTo>
                  <a:cubicBezTo>
                    <a:pt x="749649" y="329401"/>
                    <a:pt x="740466" y="332819"/>
                    <a:pt x="733427" y="339746"/>
                  </a:cubicBezTo>
                  <a:lnTo>
                    <a:pt x="733426" y="339746"/>
                  </a:lnTo>
                  <a:cubicBezTo>
                    <a:pt x="719345" y="353600"/>
                    <a:pt x="719161" y="376245"/>
                    <a:pt x="733017" y="390327"/>
                  </a:cubicBezTo>
                  <a:lnTo>
                    <a:pt x="753909" y="411562"/>
                  </a:lnTo>
                  <a:lnTo>
                    <a:pt x="542733" y="411561"/>
                  </a:lnTo>
                  <a:cubicBezTo>
                    <a:pt x="532856" y="411562"/>
                    <a:pt x="523915" y="415565"/>
                    <a:pt x="517443" y="422037"/>
                  </a:cubicBezTo>
                  <a:lnTo>
                    <a:pt x="506967" y="447329"/>
                  </a:lnTo>
                  <a:lnTo>
                    <a:pt x="517443" y="472620"/>
                  </a:lnTo>
                  <a:cubicBezTo>
                    <a:pt x="523916" y="479093"/>
                    <a:pt x="532857" y="483097"/>
                    <a:pt x="542734" y="483095"/>
                  </a:cubicBezTo>
                  <a:lnTo>
                    <a:pt x="753910" y="483096"/>
                  </a:lnTo>
                  <a:lnTo>
                    <a:pt x="733016" y="504333"/>
                  </a:lnTo>
                  <a:cubicBezTo>
                    <a:pt x="719162" y="518413"/>
                    <a:pt x="719345" y="541059"/>
                    <a:pt x="733426" y="554913"/>
                  </a:cubicBezTo>
                  <a:cubicBezTo>
                    <a:pt x="747507" y="568767"/>
                    <a:pt x="770152" y="568583"/>
                    <a:pt x="784007" y="554503"/>
                  </a:cubicBezTo>
                  <a:lnTo>
                    <a:pt x="864318" y="472878"/>
                  </a:lnTo>
                  <a:lnTo>
                    <a:pt x="869302" y="465238"/>
                  </a:lnTo>
                  <a:lnTo>
                    <a:pt x="871991" y="461251"/>
                  </a:lnTo>
                  <a:lnTo>
                    <a:pt x="872070" y="460997"/>
                  </a:lnTo>
                  <a:lnTo>
                    <a:pt x="872079" y="460982"/>
                  </a:lnTo>
                  <a:lnTo>
                    <a:pt x="872087" y="460942"/>
                  </a:lnTo>
                  <a:lnTo>
                    <a:pt x="874075" y="454537"/>
                  </a:lnTo>
                  <a:cubicBezTo>
                    <a:pt x="874551" y="452209"/>
                    <a:pt x="874801" y="449799"/>
                    <a:pt x="874801" y="447329"/>
                  </a:cubicBezTo>
                  <a:cubicBezTo>
                    <a:pt x="874802" y="444860"/>
                    <a:pt x="874552" y="442449"/>
                    <a:pt x="874076" y="440121"/>
                  </a:cubicBezTo>
                  <a:lnTo>
                    <a:pt x="872087" y="433715"/>
                  </a:lnTo>
                  <a:lnTo>
                    <a:pt x="872079" y="433677"/>
                  </a:lnTo>
                  <a:lnTo>
                    <a:pt x="872071" y="433662"/>
                  </a:lnTo>
                  <a:lnTo>
                    <a:pt x="871991" y="433407"/>
                  </a:lnTo>
                  <a:lnTo>
                    <a:pt x="869292" y="429403"/>
                  </a:lnTo>
                  <a:lnTo>
                    <a:pt x="864319" y="421781"/>
                  </a:lnTo>
                  <a:lnTo>
                    <a:pt x="784007" y="340156"/>
                  </a:lnTo>
                  <a:cubicBezTo>
                    <a:pt x="777079" y="333117"/>
                    <a:pt x="767954" y="329550"/>
                    <a:pt x="758801" y="329475"/>
                  </a:cubicBezTo>
                  <a:close/>
                  <a:moveTo>
                    <a:pt x="364662" y="225921"/>
                  </a:moveTo>
                  <a:cubicBezTo>
                    <a:pt x="355509" y="225995"/>
                    <a:pt x="346383" y="229561"/>
                    <a:pt x="339456" y="236601"/>
                  </a:cubicBezTo>
                  <a:lnTo>
                    <a:pt x="259145" y="318226"/>
                  </a:lnTo>
                  <a:lnTo>
                    <a:pt x="254173" y="325848"/>
                  </a:lnTo>
                  <a:lnTo>
                    <a:pt x="251473" y="329852"/>
                  </a:lnTo>
                  <a:lnTo>
                    <a:pt x="251394" y="330107"/>
                  </a:lnTo>
                  <a:lnTo>
                    <a:pt x="251384" y="330122"/>
                  </a:lnTo>
                  <a:lnTo>
                    <a:pt x="251376" y="330161"/>
                  </a:lnTo>
                  <a:lnTo>
                    <a:pt x="249389" y="336566"/>
                  </a:lnTo>
                  <a:cubicBezTo>
                    <a:pt x="248912" y="338894"/>
                    <a:pt x="248662" y="341305"/>
                    <a:pt x="248662" y="343774"/>
                  </a:cubicBezTo>
                  <a:cubicBezTo>
                    <a:pt x="248662" y="346244"/>
                    <a:pt x="248912" y="348654"/>
                    <a:pt x="249389" y="350982"/>
                  </a:cubicBezTo>
                  <a:lnTo>
                    <a:pt x="251377" y="357387"/>
                  </a:lnTo>
                  <a:lnTo>
                    <a:pt x="251384" y="357428"/>
                  </a:lnTo>
                  <a:lnTo>
                    <a:pt x="251393" y="357443"/>
                  </a:lnTo>
                  <a:lnTo>
                    <a:pt x="251473" y="357696"/>
                  </a:lnTo>
                  <a:lnTo>
                    <a:pt x="254161" y="361684"/>
                  </a:lnTo>
                  <a:lnTo>
                    <a:pt x="259145" y="369323"/>
                  </a:lnTo>
                  <a:lnTo>
                    <a:pt x="339456" y="450948"/>
                  </a:lnTo>
                  <a:cubicBezTo>
                    <a:pt x="353310" y="465028"/>
                    <a:pt x="375957" y="465212"/>
                    <a:pt x="390037" y="451358"/>
                  </a:cubicBezTo>
                  <a:cubicBezTo>
                    <a:pt x="404118" y="437503"/>
                    <a:pt x="404302" y="414858"/>
                    <a:pt x="390448" y="400777"/>
                  </a:cubicBezTo>
                  <a:lnTo>
                    <a:pt x="369553" y="379542"/>
                  </a:lnTo>
                  <a:lnTo>
                    <a:pt x="580730" y="379541"/>
                  </a:lnTo>
                  <a:cubicBezTo>
                    <a:pt x="590606" y="379541"/>
                    <a:pt x="599549" y="375538"/>
                    <a:pt x="606021" y="369065"/>
                  </a:cubicBezTo>
                  <a:lnTo>
                    <a:pt x="616497" y="343774"/>
                  </a:lnTo>
                  <a:lnTo>
                    <a:pt x="606021" y="318483"/>
                  </a:lnTo>
                  <a:cubicBezTo>
                    <a:pt x="599549" y="312010"/>
                    <a:pt x="590606" y="308006"/>
                    <a:pt x="580730" y="308006"/>
                  </a:cubicBezTo>
                  <a:lnTo>
                    <a:pt x="369553" y="308007"/>
                  </a:lnTo>
                  <a:lnTo>
                    <a:pt x="390447" y="286772"/>
                  </a:lnTo>
                  <a:cubicBezTo>
                    <a:pt x="404302" y="272691"/>
                    <a:pt x="404118" y="250045"/>
                    <a:pt x="390038" y="236191"/>
                  </a:cubicBezTo>
                  <a:cubicBezTo>
                    <a:pt x="382997" y="229264"/>
                    <a:pt x="373816" y="225846"/>
                    <a:pt x="364662" y="225921"/>
                  </a:cubicBezTo>
                  <a:close/>
                  <a:moveTo>
                    <a:pt x="99325" y="0"/>
                  </a:moveTo>
                  <a:lnTo>
                    <a:pt x="1024137" y="0"/>
                  </a:lnTo>
                  <a:cubicBezTo>
                    <a:pt x="1078993" y="0"/>
                    <a:pt x="1123462" y="44469"/>
                    <a:pt x="1123462" y="99325"/>
                  </a:cubicBezTo>
                  <a:lnTo>
                    <a:pt x="1123462" y="1024137"/>
                  </a:lnTo>
                  <a:cubicBezTo>
                    <a:pt x="1123462" y="1078993"/>
                    <a:pt x="1078993" y="1123462"/>
                    <a:pt x="1024137" y="1123462"/>
                  </a:cubicBezTo>
                  <a:lnTo>
                    <a:pt x="99325" y="1123462"/>
                  </a:lnTo>
                  <a:cubicBezTo>
                    <a:pt x="44469" y="1123462"/>
                    <a:pt x="0" y="1078993"/>
                    <a:pt x="0" y="1024137"/>
                  </a:cubicBezTo>
                  <a:lnTo>
                    <a:pt x="0" y="99325"/>
                  </a:lnTo>
                  <a:cubicBezTo>
                    <a:pt x="0" y="44469"/>
                    <a:pt x="44469" y="0"/>
                    <a:pt x="99325" y="0"/>
                  </a:cubicBezTo>
                  <a:close/>
                </a:path>
              </a:pathLst>
            </a:custGeom>
            <a:solidFill>
              <a:srgbClr val="143457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</p:grpSp>
      <p:pic>
        <p:nvPicPr>
          <p:cNvPr id="9" name="Picture 1053">
            <a:extLst>
              <a:ext uri="{FF2B5EF4-FFF2-40B4-BE49-F238E27FC236}">
                <a16:creationId xmlns:a16="http://schemas.microsoft.com/office/drawing/2014/main" id="{147478E8-3AB0-D206-4DBA-859BAA812BD3}"/>
              </a:ext>
            </a:extLst>
          </p:cNvPr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86" y="1720559"/>
            <a:ext cx="3522312" cy="216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6ECB1BE6-FD71-2D5C-F13B-B8C15DB66D17}"/>
              </a:ext>
            </a:extLst>
          </p:cNvPr>
          <p:cNvSpPr/>
          <p:nvPr/>
        </p:nvSpPr>
        <p:spPr bwMode="auto">
          <a:xfrm>
            <a:off x="2495578" y="2744417"/>
            <a:ext cx="503914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82A252-64C0-8FDC-4D2D-E964A6F09CCC}"/>
              </a:ext>
            </a:extLst>
          </p:cNvPr>
          <p:cNvSpPr txBox="1"/>
          <p:nvPr/>
        </p:nvSpPr>
        <p:spPr bwMode="auto">
          <a:xfrm>
            <a:off x="2379787" y="3805192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VRF App1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AB5C85-E542-8C94-3141-DB87DF18BB41}"/>
              </a:ext>
            </a:extLst>
          </p:cNvPr>
          <p:cNvSpPr txBox="1"/>
          <p:nvPr/>
        </p:nvSpPr>
        <p:spPr bwMode="auto">
          <a:xfrm>
            <a:off x="2379787" y="4150913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2-12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D7FDD9-31F0-EC94-A88E-80B46D4A2309}"/>
              </a:ext>
            </a:extLst>
          </p:cNvPr>
          <p:cNvSpPr txBox="1"/>
          <p:nvPr/>
        </p:nvSpPr>
        <p:spPr bwMode="auto">
          <a:xfrm>
            <a:off x="2384120" y="2782056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5FA1DE3-437B-CECE-6499-76E7EEBFBAF2}"/>
              </a:ext>
            </a:extLst>
          </p:cNvPr>
          <p:cNvSpPr/>
          <p:nvPr/>
        </p:nvSpPr>
        <p:spPr bwMode="auto">
          <a:xfrm>
            <a:off x="3733589" y="2744417"/>
            <a:ext cx="503914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27A2D5-EA86-38B0-F29F-67520157D443}"/>
              </a:ext>
            </a:extLst>
          </p:cNvPr>
          <p:cNvSpPr txBox="1"/>
          <p:nvPr/>
        </p:nvSpPr>
        <p:spPr bwMode="auto">
          <a:xfrm>
            <a:off x="3612192" y="2782056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D2C19BB-0E83-25C2-9A51-3A07BEBD07EC}"/>
              </a:ext>
            </a:extLst>
          </p:cNvPr>
          <p:cNvSpPr/>
          <p:nvPr/>
        </p:nvSpPr>
        <p:spPr bwMode="auto">
          <a:xfrm>
            <a:off x="4724441" y="2744417"/>
            <a:ext cx="1007275" cy="26139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accent4"/>
            </a:solidFill>
            <a:round/>
            <a:headEnd type="none" w="sm" len="sm"/>
            <a:tailEnd type="none" w="sm" len="sm"/>
          </a:ln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D40281-F588-8295-3F50-A0C5D98201AA}"/>
              </a:ext>
            </a:extLst>
          </p:cNvPr>
          <p:cNvSpPr txBox="1"/>
          <p:nvPr/>
        </p:nvSpPr>
        <p:spPr bwMode="auto">
          <a:xfrm>
            <a:off x="4926660" y="3805192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Global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CC3EF1-F905-1DD4-9321-F8E85D7EFA06}"/>
              </a:ext>
            </a:extLst>
          </p:cNvPr>
          <p:cNvSpPr txBox="1"/>
          <p:nvPr/>
        </p:nvSpPr>
        <p:spPr bwMode="auto">
          <a:xfrm>
            <a:off x="4870413" y="2761497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E0154F-6B25-4942-ED15-51600C04FA6C}"/>
              </a:ext>
            </a:extLst>
          </p:cNvPr>
          <p:cNvSpPr txBox="1"/>
          <p:nvPr/>
        </p:nvSpPr>
        <p:spPr bwMode="auto">
          <a:xfrm>
            <a:off x="2695626" y="2284237"/>
            <a:ext cx="2651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单个物理接口或者多个物理接口的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Channel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Trunk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模式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5AA9FF-3CC4-6012-19E1-9B4921C76865}"/>
              </a:ext>
            </a:extLst>
          </p:cNvPr>
          <p:cNvSpPr txBox="1"/>
          <p:nvPr/>
        </p:nvSpPr>
        <p:spPr bwMode="auto">
          <a:xfrm>
            <a:off x="2397541" y="1892127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VLAN12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BB789B-3CB1-C06C-A4EC-37B9CB682DBC}"/>
              </a:ext>
            </a:extLst>
          </p:cNvPr>
          <p:cNvSpPr txBox="1"/>
          <p:nvPr/>
        </p:nvSpPr>
        <p:spPr bwMode="auto">
          <a:xfrm>
            <a:off x="3653691" y="1899925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BFB204-F4A7-FDB0-92DA-43F26A737C28}"/>
              </a:ext>
            </a:extLst>
          </p:cNvPr>
          <p:cNvSpPr txBox="1"/>
          <p:nvPr/>
        </p:nvSpPr>
        <p:spPr bwMode="auto">
          <a:xfrm>
            <a:off x="4909842" y="1860009"/>
            <a:ext cx="7354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611086-0BDB-C9DB-9F47-502FFFF94C9F}"/>
              </a:ext>
            </a:extLst>
          </p:cNvPr>
          <p:cNvSpPr txBox="1"/>
          <p:nvPr/>
        </p:nvSpPr>
        <p:spPr bwMode="auto">
          <a:xfrm>
            <a:off x="5640856" y="1604096"/>
            <a:ext cx="13181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防火墙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4E5906-1967-3435-5F74-754B15AAEEA2}"/>
              </a:ext>
            </a:extLst>
          </p:cNvPr>
          <p:cNvSpPr txBox="1"/>
          <p:nvPr/>
        </p:nvSpPr>
        <p:spPr bwMode="auto">
          <a:xfrm>
            <a:off x="3622131" y="3801912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VRF App2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EAB0C2-CB36-3F4D-45B7-4E85D3F0CABF}"/>
              </a:ext>
            </a:extLst>
          </p:cNvPr>
          <p:cNvSpPr txBox="1"/>
          <p:nvPr/>
        </p:nvSpPr>
        <p:spPr bwMode="auto">
          <a:xfrm>
            <a:off x="3622131" y="4147633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13-23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62311B4-01BB-2F96-FAFC-686974076A82}"/>
              </a:ext>
            </a:extLst>
          </p:cNvPr>
          <p:cNvCxnSpPr/>
          <p:nvPr/>
        </p:nvCxnSpPr>
        <p:spPr>
          <a:xfrm>
            <a:off x="2747534" y="2102513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8A91BE0-829A-889F-1BAB-0690FBDC3883}"/>
              </a:ext>
            </a:extLst>
          </p:cNvPr>
          <p:cNvCxnSpPr/>
          <p:nvPr/>
        </p:nvCxnSpPr>
        <p:spPr>
          <a:xfrm>
            <a:off x="4009208" y="2102513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D906724-200E-148E-E7A5-E2D17E393CE8}"/>
              </a:ext>
            </a:extLst>
          </p:cNvPr>
          <p:cNvCxnSpPr/>
          <p:nvPr/>
        </p:nvCxnSpPr>
        <p:spPr>
          <a:xfrm>
            <a:off x="5294581" y="2091049"/>
            <a:ext cx="0" cy="598271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62">
            <a:extLst>
              <a:ext uri="{FF2B5EF4-FFF2-40B4-BE49-F238E27FC236}">
                <a16:creationId xmlns:a16="http://schemas.microsoft.com/office/drawing/2014/main" id="{0DCD6B82-CE42-6BD5-A7C3-0DF3CE2321CB}"/>
              </a:ext>
            </a:extLst>
          </p:cNvPr>
          <p:cNvGrpSpPr>
            <a:grpSpLocks noChangeAspect="1"/>
          </p:cNvGrpSpPr>
          <p:nvPr/>
        </p:nvGrpSpPr>
        <p:grpSpPr>
          <a:xfrm>
            <a:off x="8012054" y="3073937"/>
            <a:ext cx="3413776" cy="492224"/>
            <a:chOff x="5913932" y="2761272"/>
            <a:chExt cx="324229" cy="324229"/>
          </a:xfrm>
        </p:grpSpPr>
        <p:sp>
          <p:nvSpPr>
            <p:cNvPr id="30" name="Rectangle 63">
              <a:extLst>
                <a:ext uri="{FF2B5EF4-FFF2-40B4-BE49-F238E27FC236}">
                  <a16:creationId xmlns:a16="http://schemas.microsoft.com/office/drawing/2014/main" id="{9B96DED4-A800-74DF-5175-973A1D89BAAE}"/>
                </a:ext>
              </a:extLst>
            </p:cNvPr>
            <p:cNvSpPr/>
            <p:nvPr/>
          </p:nvSpPr>
          <p:spPr>
            <a:xfrm>
              <a:off x="5954725" y="2806700"/>
              <a:ext cx="264436" cy="23645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  <p:sp>
          <p:nvSpPr>
            <p:cNvPr id="31" name="Rounded Rectangle 25">
              <a:extLst>
                <a:ext uri="{FF2B5EF4-FFF2-40B4-BE49-F238E27FC236}">
                  <a16:creationId xmlns:a16="http://schemas.microsoft.com/office/drawing/2014/main" id="{5D550C6E-068C-5D92-E907-A6E89819652A}"/>
                </a:ext>
              </a:extLst>
            </p:cNvPr>
            <p:cNvSpPr/>
            <p:nvPr/>
          </p:nvSpPr>
          <p:spPr>
            <a:xfrm>
              <a:off x="5913932" y="2761272"/>
              <a:ext cx="324229" cy="324229"/>
            </a:xfrm>
            <a:custGeom>
              <a:avLst/>
              <a:gdLst/>
              <a:ahLst/>
              <a:cxnLst/>
              <a:rect l="l" t="t" r="r" b="b"/>
              <a:pathLst>
                <a:path w="1123462" h="1123462">
                  <a:moveTo>
                    <a:pt x="758801" y="661837"/>
                  </a:moveTo>
                  <a:cubicBezTo>
                    <a:pt x="749648" y="661762"/>
                    <a:pt x="740466" y="665180"/>
                    <a:pt x="733427" y="672107"/>
                  </a:cubicBezTo>
                  <a:cubicBezTo>
                    <a:pt x="719346" y="685961"/>
                    <a:pt x="719161" y="708607"/>
                    <a:pt x="733016" y="722687"/>
                  </a:cubicBezTo>
                  <a:lnTo>
                    <a:pt x="753910" y="743923"/>
                  </a:lnTo>
                  <a:lnTo>
                    <a:pt x="542733" y="743923"/>
                  </a:lnTo>
                  <a:cubicBezTo>
                    <a:pt x="532857" y="743923"/>
                    <a:pt x="523914" y="747926"/>
                    <a:pt x="517443" y="754399"/>
                  </a:cubicBezTo>
                  <a:lnTo>
                    <a:pt x="506967" y="779690"/>
                  </a:lnTo>
                  <a:lnTo>
                    <a:pt x="517443" y="804981"/>
                  </a:lnTo>
                  <a:cubicBezTo>
                    <a:pt x="523916" y="811453"/>
                    <a:pt x="532858" y="815458"/>
                    <a:pt x="542734" y="815457"/>
                  </a:cubicBezTo>
                  <a:lnTo>
                    <a:pt x="753910" y="815457"/>
                  </a:lnTo>
                  <a:lnTo>
                    <a:pt x="733016" y="836693"/>
                  </a:lnTo>
                  <a:cubicBezTo>
                    <a:pt x="719162" y="850774"/>
                    <a:pt x="719346" y="873420"/>
                    <a:pt x="733426" y="887274"/>
                  </a:cubicBezTo>
                  <a:cubicBezTo>
                    <a:pt x="747507" y="901128"/>
                    <a:pt x="770153" y="900944"/>
                    <a:pt x="784007" y="886863"/>
                  </a:cubicBezTo>
                  <a:lnTo>
                    <a:pt x="864319" y="805239"/>
                  </a:lnTo>
                  <a:lnTo>
                    <a:pt x="869302" y="797600"/>
                  </a:lnTo>
                  <a:lnTo>
                    <a:pt x="871992" y="793612"/>
                  </a:lnTo>
                  <a:lnTo>
                    <a:pt x="872069" y="793358"/>
                  </a:lnTo>
                  <a:lnTo>
                    <a:pt x="872080" y="793343"/>
                  </a:lnTo>
                  <a:lnTo>
                    <a:pt x="872088" y="793303"/>
                  </a:lnTo>
                  <a:lnTo>
                    <a:pt x="874076" y="786899"/>
                  </a:lnTo>
                  <a:cubicBezTo>
                    <a:pt x="874552" y="784570"/>
                    <a:pt x="874802" y="782160"/>
                    <a:pt x="874802" y="779690"/>
                  </a:cubicBezTo>
                  <a:cubicBezTo>
                    <a:pt x="874801" y="777222"/>
                    <a:pt x="874552" y="774810"/>
                    <a:pt x="874075" y="772482"/>
                  </a:cubicBezTo>
                  <a:lnTo>
                    <a:pt x="872087" y="766077"/>
                  </a:lnTo>
                  <a:lnTo>
                    <a:pt x="872080" y="766038"/>
                  </a:lnTo>
                  <a:lnTo>
                    <a:pt x="872070" y="766023"/>
                  </a:lnTo>
                  <a:lnTo>
                    <a:pt x="871992" y="765768"/>
                  </a:lnTo>
                  <a:lnTo>
                    <a:pt x="869291" y="761764"/>
                  </a:lnTo>
                  <a:lnTo>
                    <a:pt x="864318" y="754142"/>
                  </a:lnTo>
                  <a:lnTo>
                    <a:pt x="784006" y="672518"/>
                  </a:lnTo>
                  <a:cubicBezTo>
                    <a:pt x="777079" y="665477"/>
                    <a:pt x="767954" y="661911"/>
                    <a:pt x="758801" y="661837"/>
                  </a:cubicBezTo>
                  <a:close/>
                  <a:moveTo>
                    <a:pt x="364661" y="558282"/>
                  </a:moveTo>
                  <a:cubicBezTo>
                    <a:pt x="355509" y="558355"/>
                    <a:pt x="346384" y="561922"/>
                    <a:pt x="339457" y="568962"/>
                  </a:cubicBezTo>
                  <a:lnTo>
                    <a:pt x="259145" y="650587"/>
                  </a:lnTo>
                  <a:lnTo>
                    <a:pt x="254172" y="658209"/>
                  </a:lnTo>
                  <a:lnTo>
                    <a:pt x="251473" y="662213"/>
                  </a:lnTo>
                  <a:lnTo>
                    <a:pt x="251394" y="662469"/>
                  </a:lnTo>
                  <a:lnTo>
                    <a:pt x="251384" y="662482"/>
                  </a:lnTo>
                  <a:lnTo>
                    <a:pt x="251377" y="662522"/>
                  </a:lnTo>
                  <a:lnTo>
                    <a:pt x="249388" y="668927"/>
                  </a:lnTo>
                  <a:cubicBezTo>
                    <a:pt x="248912" y="671255"/>
                    <a:pt x="248662" y="673667"/>
                    <a:pt x="248662" y="676135"/>
                  </a:cubicBezTo>
                  <a:cubicBezTo>
                    <a:pt x="248662" y="678605"/>
                    <a:pt x="248913" y="681015"/>
                    <a:pt x="249389" y="683344"/>
                  </a:cubicBezTo>
                  <a:lnTo>
                    <a:pt x="251377" y="689748"/>
                  </a:lnTo>
                  <a:lnTo>
                    <a:pt x="251383" y="689789"/>
                  </a:lnTo>
                  <a:lnTo>
                    <a:pt x="251393" y="689803"/>
                  </a:lnTo>
                  <a:lnTo>
                    <a:pt x="251473" y="690057"/>
                  </a:lnTo>
                  <a:lnTo>
                    <a:pt x="254161" y="694045"/>
                  </a:lnTo>
                  <a:lnTo>
                    <a:pt x="259145" y="701683"/>
                  </a:lnTo>
                  <a:lnTo>
                    <a:pt x="339457" y="783309"/>
                  </a:lnTo>
                  <a:cubicBezTo>
                    <a:pt x="353311" y="797389"/>
                    <a:pt x="375956" y="797573"/>
                    <a:pt x="390037" y="783719"/>
                  </a:cubicBezTo>
                  <a:cubicBezTo>
                    <a:pt x="404118" y="769864"/>
                    <a:pt x="404302" y="747219"/>
                    <a:pt x="390448" y="733138"/>
                  </a:cubicBezTo>
                  <a:lnTo>
                    <a:pt x="369553" y="711902"/>
                  </a:lnTo>
                  <a:lnTo>
                    <a:pt x="580730" y="711901"/>
                  </a:lnTo>
                  <a:cubicBezTo>
                    <a:pt x="590607" y="711902"/>
                    <a:pt x="599548" y="707899"/>
                    <a:pt x="606020" y="701426"/>
                  </a:cubicBezTo>
                  <a:lnTo>
                    <a:pt x="616497" y="676135"/>
                  </a:lnTo>
                  <a:lnTo>
                    <a:pt x="606021" y="650843"/>
                  </a:lnTo>
                  <a:cubicBezTo>
                    <a:pt x="599549" y="644371"/>
                    <a:pt x="590606" y="640368"/>
                    <a:pt x="580730" y="640368"/>
                  </a:cubicBezTo>
                  <a:lnTo>
                    <a:pt x="369554" y="640368"/>
                  </a:lnTo>
                  <a:lnTo>
                    <a:pt x="390448" y="619133"/>
                  </a:lnTo>
                  <a:cubicBezTo>
                    <a:pt x="404302" y="605052"/>
                    <a:pt x="404118" y="582406"/>
                    <a:pt x="390038" y="568551"/>
                  </a:cubicBezTo>
                  <a:lnTo>
                    <a:pt x="390038" y="568553"/>
                  </a:lnTo>
                  <a:cubicBezTo>
                    <a:pt x="382997" y="561625"/>
                    <a:pt x="373815" y="558207"/>
                    <a:pt x="364661" y="558282"/>
                  </a:cubicBezTo>
                  <a:close/>
                  <a:moveTo>
                    <a:pt x="758801" y="329475"/>
                  </a:moveTo>
                  <a:cubicBezTo>
                    <a:pt x="749649" y="329401"/>
                    <a:pt x="740466" y="332819"/>
                    <a:pt x="733427" y="339746"/>
                  </a:cubicBezTo>
                  <a:lnTo>
                    <a:pt x="733426" y="339746"/>
                  </a:lnTo>
                  <a:cubicBezTo>
                    <a:pt x="719345" y="353600"/>
                    <a:pt x="719161" y="376245"/>
                    <a:pt x="733017" y="390327"/>
                  </a:cubicBezTo>
                  <a:lnTo>
                    <a:pt x="753909" y="411562"/>
                  </a:lnTo>
                  <a:lnTo>
                    <a:pt x="542733" y="411561"/>
                  </a:lnTo>
                  <a:cubicBezTo>
                    <a:pt x="532856" y="411562"/>
                    <a:pt x="523915" y="415565"/>
                    <a:pt x="517443" y="422037"/>
                  </a:cubicBezTo>
                  <a:lnTo>
                    <a:pt x="506967" y="447329"/>
                  </a:lnTo>
                  <a:lnTo>
                    <a:pt x="517443" y="472620"/>
                  </a:lnTo>
                  <a:cubicBezTo>
                    <a:pt x="523916" y="479093"/>
                    <a:pt x="532857" y="483097"/>
                    <a:pt x="542734" y="483095"/>
                  </a:cubicBezTo>
                  <a:lnTo>
                    <a:pt x="753910" y="483096"/>
                  </a:lnTo>
                  <a:lnTo>
                    <a:pt x="733016" y="504333"/>
                  </a:lnTo>
                  <a:cubicBezTo>
                    <a:pt x="719162" y="518413"/>
                    <a:pt x="719345" y="541059"/>
                    <a:pt x="733426" y="554913"/>
                  </a:cubicBezTo>
                  <a:cubicBezTo>
                    <a:pt x="747507" y="568767"/>
                    <a:pt x="770152" y="568583"/>
                    <a:pt x="784007" y="554503"/>
                  </a:cubicBezTo>
                  <a:lnTo>
                    <a:pt x="864318" y="472878"/>
                  </a:lnTo>
                  <a:lnTo>
                    <a:pt x="869302" y="465238"/>
                  </a:lnTo>
                  <a:lnTo>
                    <a:pt x="871991" y="461251"/>
                  </a:lnTo>
                  <a:lnTo>
                    <a:pt x="872070" y="460997"/>
                  </a:lnTo>
                  <a:lnTo>
                    <a:pt x="872079" y="460982"/>
                  </a:lnTo>
                  <a:lnTo>
                    <a:pt x="872087" y="460942"/>
                  </a:lnTo>
                  <a:lnTo>
                    <a:pt x="874075" y="454537"/>
                  </a:lnTo>
                  <a:cubicBezTo>
                    <a:pt x="874551" y="452209"/>
                    <a:pt x="874801" y="449799"/>
                    <a:pt x="874801" y="447329"/>
                  </a:cubicBezTo>
                  <a:cubicBezTo>
                    <a:pt x="874802" y="444860"/>
                    <a:pt x="874552" y="442449"/>
                    <a:pt x="874076" y="440121"/>
                  </a:cubicBezTo>
                  <a:lnTo>
                    <a:pt x="872087" y="433715"/>
                  </a:lnTo>
                  <a:lnTo>
                    <a:pt x="872079" y="433677"/>
                  </a:lnTo>
                  <a:lnTo>
                    <a:pt x="872071" y="433662"/>
                  </a:lnTo>
                  <a:lnTo>
                    <a:pt x="871991" y="433407"/>
                  </a:lnTo>
                  <a:lnTo>
                    <a:pt x="869292" y="429403"/>
                  </a:lnTo>
                  <a:lnTo>
                    <a:pt x="864319" y="421781"/>
                  </a:lnTo>
                  <a:lnTo>
                    <a:pt x="784007" y="340156"/>
                  </a:lnTo>
                  <a:cubicBezTo>
                    <a:pt x="777079" y="333117"/>
                    <a:pt x="767954" y="329550"/>
                    <a:pt x="758801" y="329475"/>
                  </a:cubicBezTo>
                  <a:close/>
                  <a:moveTo>
                    <a:pt x="364662" y="225921"/>
                  </a:moveTo>
                  <a:cubicBezTo>
                    <a:pt x="355509" y="225995"/>
                    <a:pt x="346383" y="229561"/>
                    <a:pt x="339456" y="236601"/>
                  </a:cubicBezTo>
                  <a:lnTo>
                    <a:pt x="259145" y="318226"/>
                  </a:lnTo>
                  <a:lnTo>
                    <a:pt x="254173" y="325848"/>
                  </a:lnTo>
                  <a:lnTo>
                    <a:pt x="251473" y="329852"/>
                  </a:lnTo>
                  <a:lnTo>
                    <a:pt x="251394" y="330107"/>
                  </a:lnTo>
                  <a:lnTo>
                    <a:pt x="251384" y="330122"/>
                  </a:lnTo>
                  <a:lnTo>
                    <a:pt x="251376" y="330161"/>
                  </a:lnTo>
                  <a:lnTo>
                    <a:pt x="249389" y="336566"/>
                  </a:lnTo>
                  <a:cubicBezTo>
                    <a:pt x="248912" y="338894"/>
                    <a:pt x="248662" y="341305"/>
                    <a:pt x="248662" y="343774"/>
                  </a:cubicBezTo>
                  <a:cubicBezTo>
                    <a:pt x="248662" y="346244"/>
                    <a:pt x="248912" y="348654"/>
                    <a:pt x="249389" y="350982"/>
                  </a:cubicBezTo>
                  <a:lnTo>
                    <a:pt x="251377" y="357387"/>
                  </a:lnTo>
                  <a:lnTo>
                    <a:pt x="251384" y="357428"/>
                  </a:lnTo>
                  <a:lnTo>
                    <a:pt x="251393" y="357443"/>
                  </a:lnTo>
                  <a:lnTo>
                    <a:pt x="251473" y="357696"/>
                  </a:lnTo>
                  <a:lnTo>
                    <a:pt x="254161" y="361684"/>
                  </a:lnTo>
                  <a:lnTo>
                    <a:pt x="259145" y="369323"/>
                  </a:lnTo>
                  <a:lnTo>
                    <a:pt x="339456" y="450948"/>
                  </a:lnTo>
                  <a:cubicBezTo>
                    <a:pt x="353310" y="465028"/>
                    <a:pt x="375957" y="465212"/>
                    <a:pt x="390037" y="451358"/>
                  </a:cubicBezTo>
                  <a:cubicBezTo>
                    <a:pt x="404118" y="437503"/>
                    <a:pt x="404302" y="414858"/>
                    <a:pt x="390448" y="400777"/>
                  </a:cubicBezTo>
                  <a:lnTo>
                    <a:pt x="369553" y="379542"/>
                  </a:lnTo>
                  <a:lnTo>
                    <a:pt x="580730" y="379541"/>
                  </a:lnTo>
                  <a:cubicBezTo>
                    <a:pt x="590606" y="379541"/>
                    <a:pt x="599549" y="375538"/>
                    <a:pt x="606021" y="369065"/>
                  </a:cubicBezTo>
                  <a:lnTo>
                    <a:pt x="616497" y="343774"/>
                  </a:lnTo>
                  <a:lnTo>
                    <a:pt x="606021" y="318483"/>
                  </a:lnTo>
                  <a:cubicBezTo>
                    <a:pt x="599549" y="312010"/>
                    <a:pt x="590606" y="308006"/>
                    <a:pt x="580730" y="308006"/>
                  </a:cubicBezTo>
                  <a:lnTo>
                    <a:pt x="369553" y="308007"/>
                  </a:lnTo>
                  <a:lnTo>
                    <a:pt x="390447" y="286772"/>
                  </a:lnTo>
                  <a:cubicBezTo>
                    <a:pt x="404302" y="272691"/>
                    <a:pt x="404118" y="250045"/>
                    <a:pt x="390038" y="236191"/>
                  </a:cubicBezTo>
                  <a:cubicBezTo>
                    <a:pt x="382997" y="229264"/>
                    <a:pt x="373816" y="225846"/>
                    <a:pt x="364662" y="225921"/>
                  </a:cubicBezTo>
                  <a:close/>
                  <a:moveTo>
                    <a:pt x="99325" y="0"/>
                  </a:moveTo>
                  <a:lnTo>
                    <a:pt x="1024137" y="0"/>
                  </a:lnTo>
                  <a:cubicBezTo>
                    <a:pt x="1078993" y="0"/>
                    <a:pt x="1123462" y="44469"/>
                    <a:pt x="1123462" y="99325"/>
                  </a:cubicBezTo>
                  <a:lnTo>
                    <a:pt x="1123462" y="1024137"/>
                  </a:lnTo>
                  <a:cubicBezTo>
                    <a:pt x="1123462" y="1078993"/>
                    <a:pt x="1078993" y="1123462"/>
                    <a:pt x="1024137" y="1123462"/>
                  </a:cubicBezTo>
                  <a:lnTo>
                    <a:pt x="99325" y="1123462"/>
                  </a:lnTo>
                  <a:cubicBezTo>
                    <a:pt x="44469" y="1123462"/>
                    <a:pt x="0" y="1078993"/>
                    <a:pt x="0" y="1024137"/>
                  </a:cubicBezTo>
                  <a:lnTo>
                    <a:pt x="0" y="99325"/>
                  </a:lnTo>
                  <a:cubicBezTo>
                    <a:pt x="0" y="44469"/>
                    <a:pt x="44469" y="0"/>
                    <a:pt x="99325" y="0"/>
                  </a:cubicBezTo>
                  <a:close/>
                </a:path>
              </a:pathLst>
            </a:custGeom>
            <a:solidFill>
              <a:srgbClr val="143457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6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968AF">
                    <a:lumMod val="50000"/>
                  </a:srgbClr>
                </a:solidFill>
                <a:effectLst/>
                <a:uLnTx/>
                <a:uFillTx/>
                <a:latin typeface="Arial"/>
                <a:ea typeface="Apple LiGothic Medium"/>
                <a:cs typeface="Apple LiGothic Medium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11F85CAE-EA37-D27E-1BC0-BF2B0BF5B275}"/>
              </a:ext>
            </a:extLst>
          </p:cNvPr>
          <p:cNvSpPr txBox="1"/>
          <p:nvPr/>
        </p:nvSpPr>
        <p:spPr bwMode="auto">
          <a:xfrm>
            <a:off x="8794659" y="2735889"/>
            <a:ext cx="17089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核心交换机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8292774-4A1A-0C47-F069-FD17D6531950}"/>
              </a:ext>
            </a:extLst>
          </p:cNvPr>
          <p:cNvSpPr txBox="1"/>
          <p:nvPr/>
        </p:nvSpPr>
        <p:spPr bwMode="auto">
          <a:xfrm>
            <a:off x="6003476" y="3425720"/>
            <a:ext cx="168499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单个物理接口或者多个物理接口的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Channel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Access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模式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6F67ED-7C64-B27F-FFA9-F89ABC235ECB}"/>
              </a:ext>
            </a:extLst>
          </p:cNvPr>
          <p:cNvSpPr txBox="1"/>
          <p:nvPr/>
        </p:nvSpPr>
        <p:spPr bwMode="auto">
          <a:xfrm>
            <a:off x="4921563" y="3199830"/>
            <a:ext cx="867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VLAN34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7B4C28B-8CC4-9755-53D8-1B8995D6117D}"/>
              </a:ext>
            </a:extLst>
          </p:cNvPr>
          <p:cNvSpPr txBox="1"/>
          <p:nvPr/>
        </p:nvSpPr>
        <p:spPr bwMode="auto">
          <a:xfrm>
            <a:off x="4905361" y="4046404"/>
            <a:ext cx="7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</a:t>
            </a:r>
            <a:r>
              <a:rPr kumimoji="1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 </a:t>
            </a:r>
            <a:endParaRPr kumimoji="1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others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1802FB-1602-BAF7-E714-C6F94B956281}"/>
              </a:ext>
            </a:extLst>
          </p:cNvPr>
          <p:cNvSpPr txBox="1"/>
          <p:nvPr/>
        </p:nvSpPr>
        <p:spPr bwMode="auto">
          <a:xfrm>
            <a:off x="7897107" y="3191578"/>
            <a:ext cx="8671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VLAN34</a:t>
            </a:r>
            <a:endParaRPr kumimoji="1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46AE570-BA2B-A695-06F1-ADDD692A6BDA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5862298" y="3314689"/>
            <a:ext cx="2034809" cy="23082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614B660A-05EF-EE08-5141-4A1627CF817E}"/>
              </a:ext>
            </a:extLst>
          </p:cNvPr>
          <p:cNvSpPr txBox="1"/>
          <p:nvPr/>
        </p:nvSpPr>
        <p:spPr bwMode="auto">
          <a:xfrm>
            <a:off x="681702" y="2967457"/>
            <a:ext cx="170896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核心应用分区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宋体" panose="02010600030101010101" pitchFamily="2" charset="-122"/>
                <a:cs typeface="+mn-cs"/>
              </a:rPr>
              <a:t>汇聚交换机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7FE0A86A-DA0A-B0B6-5F1C-08F047D8E7B6}"/>
              </a:ext>
            </a:extLst>
          </p:cNvPr>
          <p:cNvSpPr txBox="1">
            <a:spLocks/>
          </p:cNvSpPr>
          <p:nvPr/>
        </p:nvSpPr>
        <p:spPr>
          <a:xfrm>
            <a:off x="2635701" y="65466"/>
            <a:ext cx="6088392" cy="591908"/>
          </a:xfrm>
          <a:prstGeom prst="rect">
            <a:avLst/>
          </a:prstGeom>
        </p:spPr>
        <p:txBody>
          <a:bodyPr vert="horz" lIns="82288" tIns="45717" rIns="82288" bIns="45717" rtlCol="0" anchor="b" anchorCtr="0">
            <a:noAutofit/>
          </a:bodyPr>
          <a:lstStyle>
            <a:lvl1pPr algn="l" defTabSz="9143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kern="1200" spc="-100" baseline="0" dirty="0">
                <a:gradFill>
                  <a:gsLst>
                    <a:gs pos="0">
                      <a:schemeClr val="tx1"/>
                    </a:gs>
                    <a:gs pos="44000">
                      <a:srgbClr val="01BBBB"/>
                    </a:gs>
                    <a:gs pos="100000">
                      <a:schemeClr val="accent4"/>
                    </a:gs>
                  </a:gsLst>
                  <a:lin ang="4800000" scaled="0"/>
                </a:gradFill>
                <a:latin typeface="+mj-lt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sz="2800" dirty="0"/>
              <a:t>核心应用分区</a:t>
            </a:r>
            <a:r>
              <a:rPr lang="en" altLang="zh-CN" sz="2800" dirty="0"/>
              <a:t>OSPF Area</a:t>
            </a:r>
            <a:r>
              <a:rPr lang="zh-CN" altLang="en-US" sz="2800" dirty="0"/>
              <a:t>划分示意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34B5A58-6732-51E9-F855-518D888DA082}"/>
              </a:ext>
            </a:extLst>
          </p:cNvPr>
          <p:cNvSpPr txBox="1"/>
          <p:nvPr/>
        </p:nvSpPr>
        <p:spPr>
          <a:xfrm>
            <a:off x="7489809" y="3634621"/>
            <a:ext cx="1044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Area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3" name="任意形状 42">
            <a:extLst>
              <a:ext uri="{FF2B5EF4-FFF2-40B4-BE49-F238E27FC236}">
                <a16:creationId xmlns:a16="http://schemas.microsoft.com/office/drawing/2014/main" id="{102071E9-3178-1581-B0A5-B3072ACAE9E6}"/>
              </a:ext>
            </a:extLst>
          </p:cNvPr>
          <p:cNvSpPr/>
          <p:nvPr/>
        </p:nvSpPr>
        <p:spPr>
          <a:xfrm>
            <a:off x="447261" y="954157"/>
            <a:ext cx="6351104" cy="4969565"/>
          </a:xfrm>
          <a:custGeom>
            <a:avLst/>
            <a:gdLst>
              <a:gd name="connsiteX0" fmla="*/ 4412974 w 6351104"/>
              <a:gd name="connsiteY0" fmla="*/ 2156791 h 4969565"/>
              <a:gd name="connsiteX1" fmla="*/ 4572000 w 6351104"/>
              <a:gd name="connsiteY1" fmla="*/ 2146852 h 4969565"/>
              <a:gd name="connsiteX2" fmla="*/ 4621696 w 6351104"/>
              <a:gd name="connsiteY2" fmla="*/ 2136913 h 4969565"/>
              <a:gd name="connsiteX3" fmla="*/ 4721087 w 6351104"/>
              <a:gd name="connsiteY3" fmla="*/ 2107095 h 4969565"/>
              <a:gd name="connsiteX4" fmla="*/ 4780722 w 6351104"/>
              <a:gd name="connsiteY4" fmla="*/ 2087217 h 4969565"/>
              <a:gd name="connsiteX5" fmla="*/ 4899991 w 6351104"/>
              <a:gd name="connsiteY5" fmla="*/ 2057400 h 4969565"/>
              <a:gd name="connsiteX6" fmla="*/ 4929809 w 6351104"/>
              <a:gd name="connsiteY6" fmla="*/ 2047460 h 4969565"/>
              <a:gd name="connsiteX7" fmla="*/ 4959626 w 6351104"/>
              <a:gd name="connsiteY7" fmla="*/ 2027582 h 4969565"/>
              <a:gd name="connsiteX8" fmla="*/ 5019261 w 6351104"/>
              <a:gd name="connsiteY8" fmla="*/ 2007704 h 4969565"/>
              <a:gd name="connsiteX9" fmla="*/ 5049078 w 6351104"/>
              <a:gd name="connsiteY9" fmla="*/ 1997765 h 4969565"/>
              <a:gd name="connsiteX10" fmla="*/ 5098774 w 6351104"/>
              <a:gd name="connsiteY10" fmla="*/ 1967947 h 4969565"/>
              <a:gd name="connsiteX11" fmla="*/ 5128591 w 6351104"/>
              <a:gd name="connsiteY11" fmla="*/ 1948069 h 4969565"/>
              <a:gd name="connsiteX12" fmla="*/ 5168348 w 6351104"/>
              <a:gd name="connsiteY12" fmla="*/ 1928191 h 4969565"/>
              <a:gd name="connsiteX13" fmla="*/ 5227982 w 6351104"/>
              <a:gd name="connsiteY13" fmla="*/ 1888434 h 4969565"/>
              <a:gd name="connsiteX14" fmla="*/ 5277678 w 6351104"/>
              <a:gd name="connsiteY14" fmla="*/ 1858617 h 4969565"/>
              <a:gd name="connsiteX15" fmla="*/ 5347252 w 6351104"/>
              <a:gd name="connsiteY15" fmla="*/ 1779104 h 4969565"/>
              <a:gd name="connsiteX16" fmla="*/ 5387009 w 6351104"/>
              <a:gd name="connsiteY16" fmla="*/ 1739347 h 4969565"/>
              <a:gd name="connsiteX17" fmla="*/ 5416826 w 6351104"/>
              <a:gd name="connsiteY17" fmla="*/ 1699591 h 4969565"/>
              <a:gd name="connsiteX18" fmla="*/ 5466522 w 6351104"/>
              <a:gd name="connsiteY18" fmla="*/ 1610139 h 4969565"/>
              <a:gd name="connsiteX19" fmla="*/ 5486400 w 6351104"/>
              <a:gd name="connsiteY19" fmla="*/ 1580321 h 4969565"/>
              <a:gd name="connsiteX20" fmla="*/ 5496339 w 6351104"/>
              <a:gd name="connsiteY20" fmla="*/ 1550504 h 4969565"/>
              <a:gd name="connsiteX21" fmla="*/ 5536096 w 6351104"/>
              <a:gd name="connsiteY21" fmla="*/ 1540565 h 4969565"/>
              <a:gd name="connsiteX22" fmla="*/ 5605669 w 6351104"/>
              <a:gd name="connsiteY22" fmla="*/ 1520686 h 4969565"/>
              <a:gd name="connsiteX23" fmla="*/ 5675243 w 6351104"/>
              <a:gd name="connsiteY23" fmla="*/ 1490869 h 4969565"/>
              <a:gd name="connsiteX24" fmla="*/ 5734878 w 6351104"/>
              <a:gd name="connsiteY24" fmla="*/ 1451113 h 4969565"/>
              <a:gd name="connsiteX25" fmla="*/ 5764696 w 6351104"/>
              <a:gd name="connsiteY25" fmla="*/ 1421295 h 4969565"/>
              <a:gd name="connsiteX26" fmla="*/ 5794513 w 6351104"/>
              <a:gd name="connsiteY26" fmla="*/ 1411356 h 4969565"/>
              <a:gd name="connsiteX27" fmla="*/ 5844209 w 6351104"/>
              <a:gd name="connsiteY27" fmla="*/ 1361660 h 4969565"/>
              <a:gd name="connsiteX28" fmla="*/ 5864087 w 6351104"/>
              <a:gd name="connsiteY28" fmla="*/ 1331843 h 4969565"/>
              <a:gd name="connsiteX29" fmla="*/ 5893904 w 6351104"/>
              <a:gd name="connsiteY29" fmla="*/ 1302026 h 4969565"/>
              <a:gd name="connsiteX30" fmla="*/ 5963478 w 6351104"/>
              <a:gd name="connsiteY30" fmla="*/ 1212573 h 4969565"/>
              <a:gd name="connsiteX31" fmla="*/ 6003235 w 6351104"/>
              <a:gd name="connsiteY31" fmla="*/ 1172817 h 4969565"/>
              <a:gd name="connsiteX32" fmla="*/ 6042991 w 6351104"/>
              <a:gd name="connsiteY32" fmla="*/ 1113182 h 4969565"/>
              <a:gd name="connsiteX33" fmla="*/ 6072809 w 6351104"/>
              <a:gd name="connsiteY33" fmla="*/ 1073426 h 4969565"/>
              <a:gd name="connsiteX34" fmla="*/ 6102626 w 6351104"/>
              <a:gd name="connsiteY34" fmla="*/ 1023730 h 4969565"/>
              <a:gd name="connsiteX35" fmla="*/ 6142382 w 6351104"/>
              <a:gd name="connsiteY35" fmla="*/ 974034 h 4969565"/>
              <a:gd name="connsiteX36" fmla="*/ 6162261 w 6351104"/>
              <a:gd name="connsiteY36" fmla="*/ 924339 h 4969565"/>
              <a:gd name="connsiteX37" fmla="*/ 6202017 w 6351104"/>
              <a:gd name="connsiteY37" fmla="*/ 844826 h 4969565"/>
              <a:gd name="connsiteX38" fmla="*/ 6221896 w 6351104"/>
              <a:gd name="connsiteY38" fmla="*/ 795130 h 4969565"/>
              <a:gd name="connsiteX39" fmla="*/ 6271591 w 6351104"/>
              <a:gd name="connsiteY39" fmla="*/ 655982 h 4969565"/>
              <a:gd name="connsiteX40" fmla="*/ 6311348 w 6351104"/>
              <a:gd name="connsiteY40" fmla="*/ 576469 h 4969565"/>
              <a:gd name="connsiteX41" fmla="*/ 6351104 w 6351104"/>
              <a:gd name="connsiteY41" fmla="*/ 516834 h 4969565"/>
              <a:gd name="connsiteX42" fmla="*/ 6291469 w 6351104"/>
              <a:gd name="connsiteY42" fmla="*/ 487017 h 4969565"/>
              <a:gd name="connsiteX43" fmla="*/ 6202017 w 6351104"/>
              <a:gd name="connsiteY43" fmla="*/ 457200 h 4969565"/>
              <a:gd name="connsiteX44" fmla="*/ 5883965 w 6351104"/>
              <a:gd name="connsiteY44" fmla="*/ 298173 h 4969565"/>
              <a:gd name="connsiteX45" fmla="*/ 5595730 w 6351104"/>
              <a:gd name="connsiteY45" fmla="*/ 188843 h 4969565"/>
              <a:gd name="connsiteX46" fmla="*/ 5237922 w 6351104"/>
              <a:gd name="connsiteY46" fmla="*/ 79513 h 4969565"/>
              <a:gd name="connsiteX47" fmla="*/ 4880113 w 6351104"/>
              <a:gd name="connsiteY47" fmla="*/ 29817 h 4969565"/>
              <a:gd name="connsiteX48" fmla="*/ 4750904 w 6351104"/>
              <a:gd name="connsiteY48" fmla="*/ 19878 h 4969565"/>
              <a:gd name="connsiteX49" fmla="*/ 4651513 w 6351104"/>
              <a:gd name="connsiteY49" fmla="*/ 9939 h 4969565"/>
              <a:gd name="connsiteX50" fmla="*/ 4293704 w 6351104"/>
              <a:gd name="connsiteY50" fmla="*/ 0 h 4969565"/>
              <a:gd name="connsiteX51" fmla="*/ 3647661 w 6351104"/>
              <a:gd name="connsiteY51" fmla="*/ 19878 h 4969565"/>
              <a:gd name="connsiteX52" fmla="*/ 3448878 w 6351104"/>
              <a:gd name="connsiteY52" fmla="*/ 29817 h 4969565"/>
              <a:gd name="connsiteX53" fmla="*/ 3051313 w 6351104"/>
              <a:gd name="connsiteY53" fmla="*/ 39756 h 4969565"/>
              <a:gd name="connsiteX54" fmla="*/ 2802835 w 6351104"/>
              <a:gd name="connsiteY54" fmla="*/ 59634 h 4969565"/>
              <a:gd name="connsiteX55" fmla="*/ 2633869 w 6351104"/>
              <a:gd name="connsiteY55" fmla="*/ 69573 h 4969565"/>
              <a:gd name="connsiteX56" fmla="*/ 2504661 w 6351104"/>
              <a:gd name="connsiteY56" fmla="*/ 89452 h 4969565"/>
              <a:gd name="connsiteX57" fmla="*/ 2405269 w 6351104"/>
              <a:gd name="connsiteY57" fmla="*/ 99391 h 4969565"/>
              <a:gd name="connsiteX58" fmla="*/ 2335696 w 6351104"/>
              <a:gd name="connsiteY58" fmla="*/ 109330 h 4969565"/>
              <a:gd name="connsiteX59" fmla="*/ 2256182 w 6351104"/>
              <a:gd name="connsiteY59" fmla="*/ 119269 h 4969565"/>
              <a:gd name="connsiteX60" fmla="*/ 2206487 w 6351104"/>
              <a:gd name="connsiteY60" fmla="*/ 129208 h 4969565"/>
              <a:gd name="connsiteX61" fmla="*/ 2136913 w 6351104"/>
              <a:gd name="connsiteY61" fmla="*/ 139147 h 4969565"/>
              <a:gd name="connsiteX62" fmla="*/ 2097156 w 6351104"/>
              <a:gd name="connsiteY62" fmla="*/ 149086 h 4969565"/>
              <a:gd name="connsiteX63" fmla="*/ 2047461 w 6351104"/>
              <a:gd name="connsiteY63" fmla="*/ 159026 h 4969565"/>
              <a:gd name="connsiteX64" fmla="*/ 1948069 w 6351104"/>
              <a:gd name="connsiteY64" fmla="*/ 188843 h 4969565"/>
              <a:gd name="connsiteX65" fmla="*/ 1908313 w 6351104"/>
              <a:gd name="connsiteY65" fmla="*/ 208721 h 4969565"/>
              <a:gd name="connsiteX66" fmla="*/ 1858617 w 6351104"/>
              <a:gd name="connsiteY66" fmla="*/ 238539 h 4969565"/>
              <a:gd name="connsiteX67" fmla="*/ 1808922 w 6351104"/>
              <a:gd name="connsiteY67" fmla="*/ 258417 h 4969565"/>
              <a:gd name="connsiteX68" fmla="*/ 1699591 w 6351104"/>
              <a:gd name="connsiteY68" fmla="*/ 327991 h 4969565"/>
              <a:gd name="connsiteX69" fmla="*/ 1490869 w 6351104"/>
              <a:gd name="connsiteY69" fmla="*/ 457200 h 4969565"/>
              <a:gd name="connsiteX70" fmla="*/ 1441174 w 6351104"/>
              <a:gd name="connsiteY70" fmla="*/ 506895 h 4969565"/>
              <a:gd name="connsiteX71" fmla="*/ 1401417 w 6351104"/>
              <a:gd name="connsiteY71" fmla="*/ 536713 h 4969565"/>
              <a:gd name="connsiteX72" fmla="*/ 1311965 w 6351104"/>
              <a:gd name="connsiteY72" fmla="*/ 626165 h 4969565"/>
              <a:gd name="connsiteX73" fmla="*/ 1282148 w 6351104"/>
              <a:gd name="connsiteY73" fmla="*/ 655982 h 4969565"/>
              <a:gd name="connsiteX74" fmla="*/ 1222513 w 6351104"/>
              <a:gd name="connsiteY74" fmla="*/ 675860 h 4969565"/>
              <a:gd name="connsiteX75" fmla="*/ 1192696 w 6351104"/>
              <a:gd name="connsiteY75" fmla="*/ 695739 h 4969565"/>
              <a:gd name="connsiteX76" fmla="*/ 1152939 w 6351104"/>
              <a:gd name="connsiteY76" fmla="*/ 715617 h 4969565"/>
              <a:gd name="connsiteX77" fmla="*/ 1113182 w 6351104"/>
              <a:gd name="connsiteY77" fmla="*/ 745434 h 4969565"/>
              <a:gd name="connsiteX78" fmla="*/ 1033669 w 6351104"/>
              <a:gd name="connsiteY78" fmla="*/ 785191 h 4969565"/>
              <a:gd name="connsiteX79" fmla="*/ 974035 w 6351104"/>
              <a:gd name="connsiteY79" fmla="*/ 815008 h 4969565"/>
              <a:gd name="connsiteX80" fmla="*/ 904461 w 6351104"/>
              <a:gd name="connsiteY80" fmla="*/ 844826 h 4969565"/>
              <a:gd name="connsiteX81" fmla="*/ 844826 w 6351104"/>
              <a:gd name="connsiteY81" fmla="*/ 864704 h 4969565"/>
              <a:gd name="connsiteX82" fmla="*/ 815009 w 6351104"/>
              <a:gd name="connsiteY82" fmla="*/ 884582 h 4969565"/>
              <a:gd name="connsiteX83" fmla="*/ 765313 w 6351104"/>
              <a:gd name="connsiteY83" fmla="*/ 924339 h 4969565"/>
              <a:gd name="connsiteX84" fmla="*/ 735496 w 6351104"/>
              <a:gd name="connsiteY84" fmla="*/ 934278 h 4969565"/>
              <a:gd name="connsiteX85" fmla="*/ 705678 w 6351104"/>
              <a:gd name="connsiteY85" fmla="*/ 954156 h 4969565"/>
              <a:gd name="connsiteX86" fmla="*/ 665922 w 6351104"/>
              <a:gd name="connsiteY86" fmla="*/ 974034 h 4969565"/>
              <a:gd name="connsiteX87" fmla="*/ 606287 w 6351104"/>
              <a:gd name="connsiteY87" fmla="*/ 1013791 h 4969565"/>
              <a:gd name="connsiteX88" fmla="*/ 576469 w 6351104"/>
              <a:gd name="connsiteY88" fmla="*/ 1033669 h 4969565"/>
              <a:gd name="connsiteX89" fmla="*/ 516835 w 6351104"/>
              <a:gd name="connsiteY89" fmla="*/ 1063486 h 4969565"/>
              <a:gd name="connsiteX90" fmla="*/ 457200 w 6351104"/>
              <a:gd name="connsiteY90" fmla="*/ 1123121 h 4969565"/>
              <a:gd name="connsiteX91" fmla="*/ 417443 w 6351104"/>
              <a:gd name="connsiteY91" fmla="*/ 1152939 h 4969565"/>
              <a:gd name="connsiteX92" fmla="*/ 327991 w 6351104"/>
              <a:gd name="connsiteY92" fmla="*/ 1282147 h 4969565"/>
              <a:gd name="connsiteX93" fmla="*/ 228600 w 6351104"/>
              <a:gd name="connsiteY93" fmla="*/ 1441173 h 4969565"/>
              <a:gd name="connsiteX94" fmla="*/ 188843 w 6351104"/>
              <a:gd name="connsiteY94" fmla="*/ 1530626 h 4969565"/>
              <a:gd name="connsiteX95" fmla="*/ 99391 w 6351104"/>
              <a:gd name="connsiteY95" fmla="*/ 1759226 h 4969565"/>
              <a:gd name="connsiteX96" fmla="*/ 79513 w 6351104"/>
              <a:gd name="connsiteY96" fmla="*/ 1848678 h 4969565"/>
              <a:gd name="connsiteX97" fmla="*/ 39756 w 6351104"/>
              <a:gd name="connsiteY97" fmla="*/ 2007704 h 4969565"/>
              <a:gd name="connsiteX98" fmla="*/ 29817 w 6351104"/>
              <a:gd name="connsiteY98" fmla="*/ 2057400 h 4969565"/>
              <a:gd name="connsiteX99" fmla="*/ 0 w 6351104"/>
              <a:gd name="connsiteY99" fmla="*/ 2186608 h 4969565"/>
              <a:gd name="connsiteX100" fmla="*/ 9939 w 6351104"/>
              <a:gd name="connsiteY100" fmla="*/ 2584173 h 4969565"/>
              <a:gd name="connsiteX101" fmla="*/ 49696 w 6351104"/>
              <a:gd name="connsiteY101" fmla="*/ 2773017 h 4969565"/>
              <a:gd name="connsiteX102" fmla="*/ 149087 w 6351104"/>
              <a:gd name="connsiteY102" fmla="*/ 3150704 h 4969565"/>
              <a:gd name="connsiteX103" fmla="*/ 228600 w 6351104"/>
              <a:gd name="connsiteY103" fmla="*/ 3349486 h 4969565"/>
              <a:gd name="connsiteX104" fmla="*/ 278296 w 6351104"/>
              <a:gd name="connsiteY104" fmla="*/ 3498573 h 4969565"/>
              <a:gd name="connsiteX105" fmla="*/ 318052 w 6351104"/>
              <a:gd name="connsiteY105" fmla="*/ 3588026 h 4969565"/>
              <a:gd name="connsiteX106" fmla="*/ 377687 w 6351104"/>
              <a:gd name="connsiteY106" fmla="*/ 3727173 h 4969565"/>
              <a:gd name="connsiteX107" fmla="*/ 427382 w 6351104"/>
              <a:gd name="connsiteY107" fmla="*/ 3836504 h 4969565"/>
              <a:gd name="connsiteX108" fmla="*/ 447261 w 6351104"/>
              <a:gd name="connsiteY108" fmla="*/ 3866321 h 4969565"/>
              <a:gd name="connsiteX109" fmla="*/ 487017 w 6351104"/>
              <a:gd name="connsiteY109" fmla="*/ 3876260 h 4969565"/>
              <a:gd name="connsiteX110" fmla="*/ 536713 w 6351104"/>
              <a:gd name="connsiteY110" fmla="*/ 3896139 h 4969565"/>
              <a:gd name="connsiteX111" fmla="*/ 705678 w 6351104"/>
              <a:gd name="connsiteY111" fmla="*/ 4005469 h 4969565"/>
              <a:gd name="connsiteX112" fmla="*/ 864704 w 6351104"/>
              <a:gd name="connsiteY112" fmla="*/ 4124739 h 4969565"/>
              <a:gd name="connsiteX113" fmla="*/ 944217 w 6351104"/>
              <a:gd name="connsiteY113" fmla="*/ 4184373 h 4969565"/>
              <a:gd name="connsiteX114" fmla="*/ 1003852 w 6351104"/>
              <a:gd name="connsiteY114" fmla="*/ 4234069 h 4969565"/>
              <a:gd name="connsiteX115" fmla="*/ 1133061 w 6351104"/>
              <a:gd name="connsiteY115" fmla="*/ 4363278 h 4969565"/>
              <a:gd name="connsiteX116" fmla="*/ 1222513 w 6351104"/>
              <a:gd name="connsiteY116" fmla="*/ 4432852 h 4969565"/>
              <a:gd name="connsiteX117" fmla="*/ 1311965 w 6351104"/>
              <a:gd name="connsiteY117" fmla="*/ 4492486 h 4969565"/>
              <a:gd name="connsiteX118" fmla="*/ 1361661 w 6351104"/>
              <a:gd name="connsiteY118" fmla="*/ 4502426 h 4969565"/>
              <a:gd name="connsiteX119" fmla="*/ 1500809 w 6351104"/>
              <a:gd name="connsiteY119" fmla="*/ 4522304 h 4969565"/>
              <a:gd name="connsiteX120" fmla="*/ 1570382 w 6351104"/>
              <a:gd name="connsiteY120" fmla="*/ 4552121 h 4969565"/>
              <a:gd name="connsiteX121" fmla="*/ 1649896 w 6351104"/>
              <a:gd name="connsiteY121" fmla="*/ 4581939 h 4969565"/>
              <a:gd name="connsiteX122" fmla="*/ 1729409 w 6351104"/>
              <a:gd name="connsiteY122" fmla="*/ 4621695 h 4969565"/>
              <a:gd name="connsiteX123" fmla="*/ 1798982 w 6351104"/>
              <a:gd name="connsiteY123" fmla="*/ 4651513 h 4969565"/>
              <a:gd name="connsiteX124" fmla="*/ 1878496 w 6351104"/>
              <a:gd name="connsiteY124" fmla="*/ 4701208 h 4969565"/>
              <a:gd name="connsiteX125" fmla="*/ 2067339 w 6351104"/>
              <a:gd name="connsiteY125" fmla="*/ 4790660 h 4969565"/>
              <a:gd name="connsiteX126" fmla="*/ 2196548 w 6351104"/>
              <a:gd name="connsiteY126" fmla="*/ 4860234 h 4969565"/>
              <a:gd name="connsiteX127" fmla="*/ 2236304 w 6351104"/>
              <a:gd name="connsiteY127" fmla="*/ 4870173 h 4969565"/>
              <a:gd name="connsiteX128" fmla="*/ 2266122 w 6351104"/>
              <a:gd name="connsiteY128" fmla="*/ 4880113 h 4969565"/>
              <a:gd name="connsiteX129" fmla="*/ 2613991 w 6351104"/>
              <a:gd name="connsiteY129" fmla="*/ 4890052 h 4969565"/>
              <a:gd name="connsiteX130" fmla="*/ 2733261 w 6351104"/>
              <a:gd name="connsiteY130" fmla="*/ 4899991 h 4969565"/>
              <a:gd name="connsiteX131" fmla="*/ 2951922 w 6351104"/>
              <a:gd name="connsiteY131" fmla="*/ 4929808 h 4969565"/>
              <a:gd name="connsiteX132" fmla="*/ 3101009 w 6351104"/>
              <a:gd name="connsiteY132" fmla="*/ 4959626 h 4969565"/>
              <a:gd name="connsiteX133" fmla="*/ 3200400 w 6351104"/>
              <a:gd name="connsiteY133" fmla="*/ 4969565 h 4969565"/>
              <a:gd name="connsiteX134" fmla="*/ 3478696 w 6351104"/>
              <a:gd name="connsiteY134" fmla="*/ 4959626 h 4969565"/>
              <a:gd name="connsiteX135" fmla="*/ 3518452 w 6351104"/>
              <a:gd name="connsiteY135" fmla="*/ 4939747 h 4969565"/>
              <a:gd name="connsiteX136" fmla="*/ 3538330 w 6351104"/>
              <a:gd name="connsiteY136" fmla="*/ 4909930 h 4969565"/>
              <a:gd name="connsiteX137" fmla="*/ 3568148 w 6351104"/>
              <a:gd name="connsiteY137" fmla="*/ 4880113 h 4969565"/>
              <a:gd name="connsiteX138" fmla="*/ 3607904 w 6351104"/>
              <a:gd name="connsiteY138" fmla="*/ 4800600 h 4969565"/>
              <a:gd name="connsiteX139" fmla="*/ 3617843 w 6351104"/>
              <a:gd name="connsiteY139" fmla="*/ 4740965 h 4969565"/>
              <a:gd name="connsiteX140" fmla="*/ 3637722 w 6351104"/>
              <a:gd name="connsiteY140" fmla="*/ 4661452 h 4969565"/>
              <a:gd name="connsiteX141" fmla="*/ 3667539 w 6351104"/>
              <a:gd name="connsiteY141" fmla="*/ 4472608 h 4969565"/>
              <a:gd name="connsiteX142" fmla="*/ 3677478 w 6351104"/>
              <a:gd name="connsiteY142" fmla="*/ 4432852 h 4969565"/>
              <a:gd name="connsiteX143" fmla="*/ 3707296 w 6351104"/>
              <a:gd name="connsiteY143" fmla="*/ 4303643 h 4969565"/>
              <a:gd name="connsiteX144" fmla="*/ 3737113 w 6351104"/>
              <a:gd name="connsiteY144" fmla="*/ 4293704 h 4969565"/>
              <a:gd name="connsiteX145" fmla="*/ 3766930 w 6351104"/>
              <a:gd name="connsiteY145" fmla="*/ 4253947 h 4969565"/>
              <a:gd name="connsiteX146" fmla="*/ 3786809 w 6351104"/>
              <a:gd name="connsiteY146" fmla="*/ 4234069 h 4969565"/>
              <a:gd name="connsiteX147" fmla="*/ 3816626 w 6351104"/>
              <a:gd name="connsiteY147" fmla="*/ 4104860 h 4969565"/>
              <a:gd name="connsiteX148" fmla="*/ 3846443 w 6351104"/>
              <a:gd name="connsiteY148" fmla="*/ 3965713 h 4969565"/>
              <a:gd name="connsiteX149" fmla="*/ 3856382 w 6351104"/>
              <a:gd name="connsiteY149" fmla="*/ 3916017 h 4969565"/>
              <a:gd name="connsiteX150" fmla="*/ 3876261 w 6351104"/>
              <a:gd name="connsiteY150" fmla="*/ 3756991 h 4969565"/>
              <a:gd name="connsiteX151" fmla="*/ 3886200 w 6351104"/>
              <a:gd name="connsiteY151" fmla="*/ 3707295 h 4969565"/>
              <a:gd name="connsiteX152" fmla="*/ 3906078 w 6351104"/>
              <a:gd name="connsiteY152" fmla="*/ 3647660 h 4969565"/>
              <a:gd name="connsiteX153" fmla="*/ 3916017 w 6351104"/>
              <a:gd name="connsiteY153" fmla="*/ 3617843 h 4969565"/>
              <a:gd name="connsiteX154" fmla="*/ 3935896 w 6351104"/>
              <a:gd name="connsiteY154" fmla="*/ 3528391 h 4969565"/>
              <a:gd name="connsiteX155" fmla="*/ 3955774 w 6351104"/>
              <a:gd name="connsiteY155" fmla="*/ 3478695 h 4969565"/>
              <a:gd name="connsiteX156" fmla="*/ 3985591 w 6351104"/>
              <a:gd name="connsiteY156" fmla="*/ 3359426 h 4969565"/>
              <a:gd name="connsiteX157" fmla="*/ 3995530 w 6351104"/>
              <a:gd name="connsiteY157" fmla="*/ 3299791 h 4969565"/>
              <a:gd name="connsiteX158" fmla="*/ 4005469 w 6351104"/>
              <a:gd name="connsiteY158" fmla="*/ 3250095 h 4969565"/>
              <a:gd name="connsiteX159" fmla="*/ 4015409 w 6351104"/>
              <a:gd name="connsiteY159" fmla="*/ 3180521 h 4969565"/>
              <a:gd name="connsiteX160" fmla="*/ 4025348 w 6351104"/>
              <a:gd name="connsiteY160" fmla="*/ 3120886 h 4969565"/>
              <a:gd name="connsiteX161" fmla="*/ 4035287 w 6351104"/>
              <a:gd name="connsiteY161" fmla="*/ 3051313 h 4969565"/>
              <a:gd name="connsiteX162" fmla="*/ 4045226 w 6351104"/>
              <a:gd name="connsiteY162" fmla="*/ 2991678 h 4969565"/>
              <a:gd name="connsiteX163" fmla="*/ 4065104 w 6351104"/>
              <a:gd name="connsiteY163" fmla="*/ 2862469 h 4969565"/>
              <a:gd name="connsiteX164" fmla="*/ 4084982 w 6351104"/>
              <a:gd name="connsiteY164" fmla="*/ 2554356 h 4969565"/>
              <a:gd name="connsiteX165" fmla="*/ 4094922 w 6351104"/>
              <a:gd name="connsiteY165" fmla="*/ 2425147 h 4969565"/>
              <a:gd name="connsiteX166" fmla="*/ 4114800 w 6351104"/>
              <a:gd name="connsiteY166" fmla="*/ 2335695 h 4969565"/>
              <a:gd name="connsiteX167" fmla="*/ 4124739 w 6351104"/>
              <a:gd name="connsiteY167" fmla="*/ 2305878 h 4969565"/>
              <a:gd name="connsiteX168" fmla="*/ 4184374 w 6351104"/>
              <a:gd name="connsiteY168" fmla="*/ 2286000 h 4969565"/>
              <a:gd name="connsiteX169" fmla="*/ 4253948 w 6351104"/>
              <a:gd name="connsiteY169" fmla="*/ 2266121 h 4969565"/>
              <a:gd name="connsiteX170" fmla="*/ 4283765 w 6351104"/>
              <a:gd name="connsiteY170" fmla="*/ 2246243 h 4969565"/>
              <a:gd name="connsiteX171" fmla="*/ 4303643 w 6351104"/>
              <a:gd name="connsiteY171" fmla="*/ 2216426 h 4969565"/>
              <a:gd name="connsiteX172" fmla="*/ 4412974 w 6351104"/>
              <a:gd name="connsiteY172" fmla="*/ 2156791 h 4969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6351104" h="4969565">
                <a:moveTo>
                  <a:pt x="4412974" y="2156791"/>
                </a:moveTo>
                <a:cubicBezTo>
                  <a:pt x="4457700" y="2145195"/>
                  <a:pt x="4519127" y="2151887"/>
                  <a:pt x="4572000" y="2146852"/>
                </a:cubicBezTo>
                <a:cubicBezTo>
                  <a:pt x="4588817" y="2145250"/>
                  <a:pt x="4605205" y="2140578"/>
                  <a:pt x="4621696" y="2136913"/>
                </a:cubicBezTo>
                <a:cubicBezTo>
                  <a:pt x="4666747" y="2126901"/>
                  <a:pt x="4671552" y="2123607"/>
                  <a:pt x="4721087" y="2107095"/>
                </a:cubicBezTo>
                <a:lnTo>
                  <a:pt x="4780722" y="2087217"/>
                </a:lnTo>
                <a:cubicBezTo>
                  <a:pt x="4861020" y="2073834"/>
                  <a:pt x="4821242" y="2083650"/>
                  <a:pt x="4899991" y="2057400"/>
                </a:cubicBezTo>
                <a:cubicBezTo>
                  <a:pt x="4909930" y="2054087"/>
                  <a:pt x="4921092" y="2053272"/>
                  <a:pt x="4929809" y="2047460"/>
                </a:cubicBezTo>
                <a:cubicBezTo>
                  <a:pt x="4939748" y="2040834"/>
                  <a:pt x="4948710" y="2032433"/>
                  <a:pt x="4959626" y="2027582"/>
                </a:cubicBezTo>
                <a:cubicBezTo>
                  <a:pt x="4978774" y="2019072"/>
                  <a:pt x="4999383" y="2014330"/>
                  <a:pt x="5019261" y="2007704"/>
                </a:cubicBezTo>
                <a:cubicBezTo>
                  <a:pt x="5029200" y="2004391"/>
                  <a:pt x="5040094" y="2003155"/>
                  <a:pt x="5049078" y="1997765"/>
                </a:cubicBezTo>
                <a:cubicBezTo>
                  <a:pt x="5065643" y="1987826"/>
                  <a:pt x="5082392" y="1978186"/>
                  <a:pt x="5098774" y="1967947"/>
                </a:cubicBezTo>
                <a:cubicBezTo>
                  <a:pt x="5108903" y="1961616"/>
                  <a:pt x="5118220" y="1953995"/>
                  <a:pt x="5128591" y="1948069"/>
                </a:cubicBezTo>
                <a:cubicBezTo>
                  <a:pt x="5141455" y="1940718"/>
                  <a:pt x="5155643" y="1935814"/>
                  <a:pt x="5168348" y="1928191"/>
                </a:cubicBezTo>
                <a:cubicBezTo>
                  <a:pt x="5188834" y="1915899"/>
                  <a:pt x="5207496" y="1900725"/>
                  <a:pt x="5227982" y="1888434"/>
                </a:cubicBezTo>
                <a:lnTo>
                  <a:pt x="5277678" y="1858617"/>
                </a:lnTo>
                <a:cubicBezTo>
                  <a:pt x="5310551" y="1809308"/>
                  <a:pt x="5289109" y="1837247"/>
                  <a:pt x="5347252" y="1779104"/>
                </a:cubicBezTo>
                <a:cubicBezTo>
                  <a:pt x="5360504" y="1765852"/>
                  <a:pt x="5375764" y="1754340"/>
                  <a:pt x="5387009" y="1739347"/>
                </a:cubicBezTo>
                <a:lnTo>
                  <a:pt x="5416826" y="1699591"/>
                </a:lnTo>
                <a:cubicBezTo>
                  <a:pt x="5434320" y="1647107"/>
                  <a:pt x="5420952" y="1678493"/>
                  <a:pt x="5466522" y="1610139"/>
                </a:cubicBezTo>
                <a:cubicBezTo>
                  <a:pt x="5473148" y="1600200"/>
                  <a:pt x="5482623" y="1591653"/>
                  <a:pt x="5486400" y="1580321"/>
                </a:cubicBezTo>
                <a:cubicBezTo>
                  <a:pt x="5489713" y="1570382"/>
                  <a:pt x="5488158" y="1557049"/>
                  <a:pt x="5496339" y="1550504"/>
                </a:cubicBezTo>
                <a:cubicBezTo>
                  <a:pt x="5507006" y="1541971"/>
                  <a:pt x="5522961" y="1544318"/>
                  <a:pt x="5536096" y="1540565"/>
                </a:cubicBezTo>
                <a:cubicBezTo>
                  <a:pt x="5635958" y="1512033"/>
                  <a:pt x="5481317" y="1551777"/>
                  <a:pt x="5605669" y="1520686"/>
                </a:cubicBezTo>
                <a:cubicBezTo>
                  <a:pt x="5714210" y="1448328"/>
                  <a:pt x="5546875" y="1555053"/>
                  <a:pt x="5675243" y="1490869"/>
                </a:cubicBezTo>
                <a:cubicBezTo>
                  <a:pt x="5696611" y="1480185"/>
                  <a:pt x="5717985" y="1468006"/>
                  <a:pt x="5734878" y="1451113"/>
                </a:cubicBezTo>
                <a:cubicBezTo>
                  <a:pt x="5744817" y="1441174"/>
                  <a:pt x="5753000" y="1429092"/>
                  <a:pt x="5764696" y="1421295"/>
                </a:cubicBezTo>
                <a:cubicBezTo>
                  <a:pt x="5773413" y="1415484"/>
                  <a:pt x="5784574" y="1414669"/>
                  <a:pt x="5794513" y="1411356"/>
                </a:cubicBezTo>
                <a:cubicBezTo>
                  <a:pt x="5847520" y="1331846"/>
                  <a:pt x="5777948" y="1427921"/>
                  <a:pt x="5844209" y="1361660"/>
                </a:cubicBezTo>
                <a:cubicBezTo>
                  <a:pt x="5852656" y="1353213"/>
                  <a:pt x="5856440" y="1341020"/>
                  <a:pt x="5864087" y="1331843"/>
                </a:cubicBezTo>
                <a:cubicBezTo>
                  <a:pt x="5873085" y="1321045"/>
                  <a:pt x="5884906" y="1312824"/>
                  <a:pt x="5893904" y="1302026"/>
                </a:cubicBezTo>
                <a:cubicBezTo>
                  <a:pt x="5918087" y="1273007"/>
                  <a:pt x="5936767" y="1239283"/>
                  <a:pt x="5963478" y="1212573"/>
                </a:cubicBezTo>
                <a:cubicBezTo>
                  <a:pt x="5976730" y="1199321"/>
                  <a:pt x="5991527" y="1187452"/>
                  <a:pt x="6003235" y="1172817"/>
                </a:cubicBezTo>
                <a:cubicBezTo>
                  <a:pt x="6018159" y="1154162"/>
                  <a:pt x="6029291" y="1132754"/>
                  <a:pt x="6042991" y="1113182"/>
                </a:cubicBezTo>
                <a:cubicBezTo>
                  <a:pt x="6052491" y="1099611"/>
                  <a:pt x="6063620" y="1087209"/>
                  <a:pt x="6072809" y="1073426"/>
                </a:cubicBezTo>
                <a:cubicBezTo>
                  <a:pt x="6083525" y="1057352"/>
                  <a:pt x="6091548" y="1039556"/>
                  <a:pt x="6102626" y="1023730"/>
                </a:cubicBezTo>
                <a:cubicBezTo>
                  <a:pt x="6114791" y="1006351"/>
                  <a:pt x="6131468" y="992225"/>
                  <a:pt x="6142382" y="974034"/>
                </a:cubicBezTo>
                <a:cubicBezTo>
                  <a:pt x="6151561" y="958735"/>
                  <a:pt x="6154784" y="940538"/>
                  <a:pt x="6162261" y="924339"/>
                </a:cubicBezTo>
                <a:cubicBezTo>
                  <a:pt x="6174679" y="897434"/>
                  <a:pt x="6191011" y="872339"/>
                  <a:pt x="6202017" y="844826"/>
                </a:cubicBezTo>
                <a:cubicBezTo>
                  <a:pt x="6208643" y="828261"/>
                  <a:pt x="6215799" y="811897"/>
                  <a:pt x="6221896" y="795130"/>
                </a:cubicBezTo>
                <a:cubicBezTo>
                  <a:pt x="6238784" y="748688"/>
                  <a:pt x="6250824" y="700977"/>
                  <a:pt x="6271591" y="655982"/>
                </a:cubicBezTo>
                <a:cubicBezTo>
                  <a:pt x="6284009" y="629077"/>
                  <a:pt x="6294911" y="601125"/>
                  <a:pt x="6311348" y="576469"/>
                </a:cubicBezTo>
                <a:lnTo>
                  <a:pt x="6351104" y="516834"/>
                </a:lnTo>
                <a:cubicBezTo>
                  <a:pt x="6331226" y="506895"/>
                  <a:pt x="6312104" y="495271"/>
                  <a:pt x="6291469" y="487017"/>
                </a:cubicBezTo>
                <a:cubicBezTo>
                  <a:pt x="6262287" y="475344"/>
                  <a:pt x="6230534" y="470415"/>
                  <a:pt x="6202017" y="457200"/>
                </a:cubicBezTo>
                <a:cubicBezTo>
                  <a:pt x="6094473" y="407362"/>
                  <a:pt x="5994791" y="340210"/>
                  <a:pt x="5883965" y="298173"/>
                </a:cubicBezTo>
                <a:lnTo>
                  <a:pt x="5595730" y="188843"/>
                </a:lnTo>
                <a:cubicBezTo>
                  <a:pt x="5458509" y="138435"/>
                  <a:pt x="5376999" y="107328"/>
                  <a:pt x="5237922" y="79513"/>
                </a:cubicBezTo>
                <a:cubicBezTo>
                  <a:pt x="5142210" y="60371"/>
                  <a:pt x="4979645" y="39770"/>
                  <a:pt x="4880113" y="29817"/>
                </a:cubicBezTo>
                <a:cubicBezTo>
                  <a:pt x="4837130" y="25519"/>
                  <a:pt x="4793939" y="23620"/>
                  <a:pt x="4750904" y="19878"/>
                </a:cubicBezTo>
                <a:cubicBezTo>
                  <a:pt x="4717734" y="16994"/>
                  <a:pt x="4684777" y="11385"/>
                  <a:pt x="4651513" y="9939"/>
                </a:cubicBezTo>
                <a:cubicBezTo>
                  <a:pt x="4532310" y="4756"/>
                  <a:pt x="4412974" y="3313"/>
                  <a:pt x="4293704" y="0"/>
                </a:cubicBezTo>
                <a:cubicBezTo>
                  <a:pt x="4068139" y="75188"/>
                  <a:pt x="4291120" y="4184"/>
                  <a:pt x="3647661" y="19878"/>
                </a:cubicBezTo>
                <a:cubicBezTo>
                  <a:pt x="3581337" y="21496"/>
                  <a:pt x="3515185" y="27607"/>
                  <a:pt x="3448878" y="29817"/>
                </a:cubicBezTo>
                <a:lnTo>
                  <a:pt x="3051313" y="39756"/>
                </a:lnTo>
                <a:lnTo>
                  <a:pt x="2802835" y="59634"/>
                </a:lnTo>
                <a:cubicBezTo>
                  <a:pt x="2746559" y="63654"/>
                  <a:pt x="2690008" y="63959"/>
                  <a:pt x="2633869" y="69573"/>
                </a:cubicBezTo>
                <a:cubicBezTo>
                  <a:pt x="2590509" y="73909"/>
                  <a:pt x="2547871" y="83816"/>
                  <a:pt x="2504661" y="89452"/>
                </a:cubicBezTo>
                <a:cubicBezTo>
                  <a:pt x="2471645" y="93759"/>
                  <a:pt x="2438337" y="95501"/>
                  <a:pt x="2405269" y="99391"/>
                </a:cubicBezTo>
                <a:cubicBezTo>
                  <a:pt x="2382003" y="102128"/>
                  <a:pt x="2358917" y="106234"/>
                  <a:pt x="2335696" y="109330"/>
                </a:cubicBezTo>
                <a:cubicBezTo>
                  <a:pt x="2309219" y="112860"/>
                  <a:pt x="2282582" y="115207"/>
                  <a:pt x="2256182" y="119269"/>
                </a:cubicBezTo>
                <a:cubicBezTo>
                  <a:pt x="2239485" y="121838"/>
                  <a:pt x="2223150" y="126431"/>
                  <a:pt x="2206487" y="129208"/>
                </a:cubicBezTo>
                <a:cubicBezTo>
                  <a:pt x="2183379" y="133059"/>
                  <a:pt x="2159962" y="134956"/>
                  <a:pt x="2136913" y="139147"/>
                </a:cubicBezTo>
                <a:cubicBezTo>
                  <a:pt x="2123473" y="141591"/>
                  <a:pt x="2110491" y="146123"/>
                  <a:pt x="2097156" y="149086"/>
                </a:cubicBezTo>
                <a:cubicBezTo>
                  <a:pt x="2080665" y="152751"/>
                  <a:pt x="2063642" y="154172"/>
                  <a:pt x="2047461" y="159026"/>
                </a:cubicBezTo>
                <a:cubicBezTo>
                  <a:pt x="1916716" y="198250"/>
                  <a:pt x="2077151" y="163027"/>
                  <a:pt x="1948069" y="188843"/>
                </a:cubicBezTo>
                <a:cubicBezTo>
                  <a:pt x="1934817" y="195469"/>
                  <a:pt x="1921265" y="201526"/>
                  <a:pt x="1908313" y="208721"/>
                </a:cubicBezTo>
                <a:cubicBezTo>
                  <a:pt x="1891426" y="218103"/>
                  <a:pt x="1875896" y="229899"/>
                  <a:pt x="1858617" y="238539"/>
                </a:cubicBezTo>
                <a:cubicBezTo>
                  <a:pt x="1842660" y="246518"/>
                  <a:pt x="1824880" y="250438"/>
                  <a:pt x="1808922" y="258417"/>
                </a:cubicBezTo>
                <a:cubicBezTo>
                  <a:pt x="1755357" y="285199"/>
                  <a:pt x="1754749" y="296472"/>
                  <a:pt x="1699591" y="327991"/>
                </a:cubicBezTo>
                <a:cubicBezTo>
                  <a:pt x="1614531" y="376597"/>
                  <a:pt x="1571420" y="376649"/>
                  <a:pt x="1490869" y="457200"/>
                </a:cubicBezTo>
                <a:cubicBezTo>
                  <a:pt x="1474304" y="473765"/>
                  <a:pt x="1458683" y="491331"/>
                  <a:pt x="1441174" y="506895"/>
                </a:cubicBezTo>
                <a:cubicBezTo>
                  <a:pt x="1428793" y="517901"/>
                  <a:pt x="1413674" y="525570"/>
                  <a:pt x="1401417" y="536713"/>
                </a:cubicBezTo>
                <a:cubicBezTo>
                  <a:pt x="1401338" y="536785"/>
                  <a:pt x="1333284" y="604845"/>
                  <a:pt x="1311965" y="626165"/>
                </a:cubicBezTo>
                <a:cubicBezTo>
                  <a:pt x="1302026" y="636104"/>
                  <a:pt x="1295483" y="651537"/>
                  <a:pt x="1282148" y="655982"/>
                </a:cubicBezTo>
                <a:lnTo>
                  <a:pt x="1222513" y="675860"/>
                </a:lnTo>
                <a:cubicBezTo>
                  <a:pt x="1212574" y="682486"/>
                  <a:pt x="1203067" y="689812"/>
                  <a:pt x="1192696" y="695739"/>
                </a:cubicBezTo>
                <a:cubicBezTo>
                  <a:pt x="1179832" y="703090"/>
                  <a:pt x="1165503" y="707764"/>
                  <a:pt x="1152939" y="715617"/>
                </a:cubicBezTo>
                <a:cubicBezTo>
                  <a:pt x="1138892" y="724396"/>
                  <a:pt x="1127491" y="737087"/>
                  <a:pt x="1113182" y="745434"/>
                </a:cubicBezTo>
                <a:cubicBezTo>
                  <a:pt x="1087586" y="760365"/>
                  <a:pt x="1060173" y="771939"/>
                  <a:pt x="1033669" y="785191"/>
                </a:cubicBezTo>
                <a:cubicBezTo>
                  <a:pt x="1013791" y="795130"/>
                  <a:pt x="995119" y="807980"/>
                  <a:pt x="974035" y="815008"/>
                </a:cubicBezTo>
                <a:cubicBezTo>
                  <a:pt x="878057" y="847000"/>
                  <a:pt x="1027273" y="795700"/>
                  <a:pt x="904461" y="844826"/>
                </a:cubicBezTo>
                <a:cubicBezTo>
                  <a:pt x="885006" y="852608"/>
                  <a:pt x="862260" y="853081"/>
                  <a:pt x="844826" y="864704"/>
                </a:cubicBezTo>
                <a:cubicBezTo>
                  <a:pt x="834887" y="871330"/>
                  <a:pt x="824337" y="877120"/>
                  <a:pt x="815009" y="884582"/>
                </a:cubicBezTo>
                <a:cubicBezTo>
                  <a:pt x="784197" y="909231"/>
                  <a:pt x="806097" y="903947"/>
                  <a:pt x="765313" y="924339"/>
                </a:cubicBezTo>
                <a:cubicBezTo>
                  <a:pt x="755942" y="929024"/>
                  <a:pt x="744867" y="929593"/>
                  <a:pt x="735496" y="934278"/>
                </a:cubicBezTo>
                <a:cubicBezTo>
                  <a:pt x="724812" y="939620"/>
                  <a:pt x="716050" y="948229"/>
                  <a:pt x="705678" y="954156"/>
                </a:cubicBezTo>
                <a:cubicBezTo>
                  <a:pt x="692814" y="961507"/>
                  <a:pt x="678627" y="966411"/>
                  <a:pt x="665922" y="974034"/>
                </a:cubicBezTo>
                <a:cubicBezTo>
                  <a:pt x="645436" y="986326"/>
                  <a:pt x="626165" y="1000539"/>
                  <a:pt x="606287" y="1013791"/>
                </a:cubicBezTo>
                <a:cubicBezTo>
                  <a:pt x="596348" y="1020417"/>
                  <a:pt x="587801" y="1029892"/>
                  <a:pt x="576469" y="1033669"/>
                </a:cubicBezTo>
                <a:cubicBezTo>
                  <a:pt x="548838" y="1042879"/>
                  <a:pt x="539955" y="1042935"/>
                  <a:pt x="516835" y="1063486"/>
                </a:cubicBezTo>
                <a:cubicBezTo>
                  <a:pt x="495824" y="1082163"/>
                  <a:pt x="479690" y="1106254"/>
                  <a:pt x="457200" y="1123121"/>
                </a:cubicBezTo>
                <a:cubicBezTo>
                  <a:pt x="443948" y="1133060"/>
                  <a:pt x="428586" y="1140682"/>
                  <a:pt x="417443" y="1152939"/>
                </a:cubicBezTo>
                <a:cubicBezTo>
                  <a:pt x="354290" y="1222408"/>
                  <a:pt x="370148" y="1218911"/>
                  <a:pt x="327991" y="1282147"/>
                </a:cubicBezTo>
                <a:cubicBezTo>
                  <a:pt x="265805" y="1375426"/>
                  <a:pt x="283358" y="1331657"/>
                  <a:pt x="228600" y="1441173"/>
                </a:cubicBezTo>
                <a:cubicBezTo>
                  <a:pt x="214007" y="1470358"/>
                  <a:pt x="201557" y="1500575"/>
                  <a:pt x="188843" y="1530626"/>
                </a:cubicBezTo>
                <a:cubicBezTo>
                  <a:pt x="176470" y="1559872"/>
                  <a:pt x="116108" y="1696537"/>
                  <a:pt x="99391" y="1759226"/>
                </a:cubicBezTo>
                <a:cubicBezTo>
                  <a:pt x="91521" y="1788739"/>
                  <a:pt x="86641" y="1818977"/>
                  <a:pt x="79513" y="1848678"/>
                </a:cubicBezTo>
                <a:cubicBezTo>
                  <a:pt x="66761" y="1901809"/>
                  <a:pt x="50472" y="1954125"/>
                  <a:pt x="39756" y="2007704"/>
                </a:cubicBezTo>
                <a:cubicBezTo>
                  <a:pt x="36443" y="2024269"/>
                  <a:pt x="33616" y="2040939"/>
                  <a:pt x="29817" y="2057400"/>
                </a:cubicBezTo>
                <a:cubicBezTo>
                  <a:pt x="-6147" y="2213249"/>
                  <a:pt x="22710" y="2073056"/>
                  <a:pt x="0" y="2186608"/>
                </a:cubicBezTo>
                <a:cubicBezTo>
                  <a:pt x="3313" y="2319130"/>
                  <a:pt x="-1255" y="2452083"/>
                  <a:pt x="9939" y="2584173"/>
                </a:cubicBezTo>
                <a:cubicBezTo>
                  <a:pt x="15371" y="2648271"/>
                  <a:pt x="35231" y="2710336"/>
                  <a:pt x="49696" y="2773017"/>
                </a:cubicBezTo>
                <a:cubicBezTo>
                  <a:pt x="63105" y="2831124"/>
                  <a:pt x="127595" y="3087881"/>
                  <a:pt x="149087" y="3150704"/>
                </a:cubicBezTo>
                <a:cubicBezTo>
                  <a:pt x="172187" y="3218227"/>
                  <a:pt x="203752" y="3282587"/>
                  <a:pt x="228600" y="3349486"/>
                </a:cubicBezTo>
                <a:cubicBezTo>
                  <a:pt x="246839" y="3398592"/>
                  <a:pt x="259903" y="3449524"/>
                  <a:pt x="278296" y="3498573"/>
                </a:cubicBezTo>
                <a:cubicBezTo>
                  <a:pt x="289753" y="3529125"/>
                  <a:pt x="305628" y="3557854"/>
                  <a:pt x="318052" y="3588026"/>
                </a:cubicBezTo>
                <a:cubicBezTo>
                  <a:pt x="424294" y="3846046"/>
                  <a:pt x="281333" y="3518408"/>
                  <a:pt x="377687" y="3727173"/>
                </a:cubicBezTo>
                <a:cubicBezTo>
                  <a:pt x="395758" y="3766326"/>
                  <a:pt x="406545" y="3800040"/>
                  <a:pt x="427382" y="3836504"/>
                </a:cubicBezTo>
                <a:cubicBezTo>
                  <a:pt x="433309" y="3846875"/>
                  <a:pt x="437322" y="3859695"/>
                  <a:pt x="447261" y="3866321"/>
                </a:cubicBezTo>
                <a:cubicBezTo>
                  <a:pt x="458627" y="3873898"/>
                  <a:pt x="474058" y="3871940"/>
                  <a:pt x="487017" y="3876260"/>
                </a:cubicBezTo>
                <a:cubicBezTo>
                  <a:pt x="503943" y="3881902"/>
                  <a:pt x="520755" y="3888160"/>
                  <a:pt x="536713" y="3896139"/>
                </a:cubicBezTo>
                <a:cubicBezTo>
                  <a:pt x="572957" y="3914261"/>
                  <a:pt x="704948" y="4004969"/>
                  <a:pt x="705678" y="4005469"/>
                </a:cubicBezTo>
                <a:cubicBezTo>
                  <a:pt x="782230" y="4057847"/>
                  <a:pt x="784248" y="4063214"/>
                  <a:pt x="864704" y="4124739"/>
                </a:cubicBezTo>
                <a:cubicBezTo>
                  <a:pt x="891021" y="4144864"/>
                  <a:pt x="918766" y="4163163"/>
                  <a:pt x="944217" y="4184373"/>
                </a:cubicBezTo>
                <a:cubicBezTo>
                  <a:pt x="964095" y="4200938"/>
                  <a:pt x="985067" y="4216273"/>
                  <a:pt x="1003852" y="4234069"/>
                </a:cubicBezTo>
                <a:cubicBezTo>
                  <a:pt x="1048070" y="4275959"/>
                  <a:pt x="1086269" y="4324285"/>
                  <a:pt x="1133061" y="4363278"/>
                </a:cubicBezTo>
                <a:cubicBezTo>
                  <a:pt x="1246355" y="4457688"/>
                  <a:pt x="1150631" y="4381507"/>
                  <a:pt x="1222513" y="4432852"/>
                </a:cubicBezTo>
                <a:cubicBezTo>
                  <a:pt x="1249130" y="4451865"/>
                  <a:pt x="1281411" y="4480264"/>
                  <a:pt x="1311965" y="4492486"/>
                </a:cubicBezTo>
                <a:cubicBezTo>
                  <a:pt x="1327650" y="4498760"/>
                  <a:pt x="1345040" y="4499404"/>
                  <a:pt x="1361661" y="4502426"/>
                </a:cubicBezTo>
                <a:cubicBezTo>
                  <a:pt x="1424705" y="4513889"/>
                  <a:pt x="1431702" y="4513666"/>
                  <a:pt x="1500809" y="4522304"/>
                </a:cubicBezTo>
                <a:cubicBezTo>
                  <a:pt x="1524000" y="4532243"/>
                  <a:pt x="1546956" y="4542750"/>
                  <a:pt x="1570382" y="4552121"/>
                </a:cubicBezTo>
                <a:cubicBezTo>
                  <a:pt x="1596664" y="4562634"/>
                  <a:pt x="1623962" y="4570593"/>
                  <a:pt x="1649896" y="4581939"/>
                </a:cubicBezTo>
                <a:cubicBezTo>
                  <a:pt x="1677044" y="4593816"/>
                  <a:pt x="1702556" y="4609164"/>
                  <a:pt x="1729409" y="4621695"/>
                </a:cubicBezTo>
                <a:cubicBezTo>
                  <a:pt x="1752273" y="4632365"/>
                  <a:pt x="1776719" y="4639640"/>
                  <a:pt x="1798982" y="4651513"/>
                </a:cubicBezTo>
                <a:cubicBezTo>
                  <a:pt x="1826560" y="4666221"/>
                  <a:pt x="1851174" y="4686029"/>
                  <a:pt x="1878496" y="4701208"/>
                </a:cubicBezTo>
                <a:cubicBezTo>
                  <a:pt x="2018500" y="4778987"/>
                  <a:pt x="1933972" y="4723976"/>
                  <a:pt x="2067339" y="4790660"/>
                </a:cubicBezTo>
                <a:cubicBezTo>
                  <a:pt x="2119313" y="4816647"/>
                  <a:pt x="2143721" y="4839104"/>
                  <a:pt x="2196548" y="4860234"/>
                </a:cubicBezTo>
                <a:cubicBezTo>
                  <a:pt x="2209231" y="4865307"/>
                  <a:pt x="2223170" y="4866420"/>
                  <a:pt x="2236304" y="4870173"/>
                </a:cubicBezTo>
                <a:cubicBezTo>
                  <a:pt x="2246378" y="4873051"/>
                  <a:pt x="2255659" y="4879562"/>
                  <a:pt x="2266122" y="4880113"/>
                </a:cubicBezTo>
                <a:cubicBezTo>
                  <a:pt x="2381965" y="4886210"/>
                  <a:pt x="2498035" y="4886739"/>
                  <a:pt x="2613991" y="4890052"/>
                </a:cubicBezTo>
                <a:cubicBezTo>
                  <a:pt x="2653748" y="4893365"/>
                  <a:pt x="2693702" y="4894831"/>
                  <a:pt x="2733261" y="4899991"/>
                </a:cubicBezTo>
                <a:cubicBezTo>
                  <a:pt x="3067529" y="4943591"/>
                  <a:pt x="2619047" y="4899547"/>
                  <a:pt x="2951922" y="4929808"/>
                </a:cubicBezTo>
                <a:cubicBezTo>
                  <a:pt x="3002721" y="4941097"/>
                  <a:pt x="3049727" y="4953215"/>
                  <a:pt x="3101009" y="4959626"/>
                </a:cubicBezTo>
                <a:cubicBezTo>
                  <a:pt x="3134047" y="4963756"/>
                  <a:pt x="3167270" y="4966252"/>
                  <a:pt x="3200400" y="4969565"/>
                </a:cubicBezTo>
                <a:cubicBezTo>
                  <a:pt x="3293165" y="4966252"/>
                  <a:pt x="3386277" y="4968290"/>
                  <a:pt x="3478696" y="4959626"/>
                </a:cubicBezTo>
                <a:cubicBezTo>
                  <a:pt x="3493448" y="4958243"/>
                  <a:pt x="3507070" y="4949232"/>
                  <a:pt x="3518452" y="4939747"/>
                </a:cubicBezTo>
                <a:cubicBezTo>
                  <a:pt x="3527628" y="4932100"/>
                  <a:pt x="3530683" y="4919106"/>
                  <a:pt x="3538330" y="4909930"/>
                </a:cubicBezTo>
                <a:cubicBezTo>
                  <a:pt x="3547329" y="4899132"/>
                  <a:pt x="3558209" y="4890052"/>
                  <a:pt x="3568148" y="4880113"/>
                </a:cubicBezTo>
                <a:cubicBezTo>
                  <a:pt x="3581400" y="4853609"/>
                  <a:pt x="3603032" y="4829829"/>
                  <a:pt x="3607904" y="4800600"/>
                </a:cubicBezTo>
                <a:cubicBezTo>
                  <a:pt x="3611217" y="4780722"/>
                  <a:pt x="3613620" y="4760670"/>
                  <a:pt x="3617843" y="4740965"/>
                </a:cubicBezTo>
                <a:cubicBezTo>
                  <a:pt x="3623567" y="4714251"/>
                  <a:pt x="3633858" y="4688498"/>
                  <a:pt x="3637722" y="4661452"/>
                </a:cubicBezTo>
                <a:cubicBezTo>
                  <a:pt x="3644166" y="4616344"/>
                  <a:pt x="3659630" y="4504246"/>
                  <a:pt x="3667539" y="4472608"/>
                </a:cubicBezTo>
                <a:cubicBezTo>
                  <a:pt x="3670852" y="4459356"/>
                  <a:pt x="3674515" y="4446187"/>
                  <a:pt x="3677478" y="4432852"/>
                </a:cubicBezTo>
                <a:cubicBezTo>
                  <a:pt x="3681565" y="4414462"/>
                  <a:pt x="3701449" y="4305592"/>
                  <a:pt x="3707296" y="4303643"/>
                </a:cubicBezTo>
                <a:lnTo>
                  <a:pt x="3737113" y="4293704"/>
                </a:lnTo>
                <a:cubicBezTo>
                  <a:pt x="3747052" y="4280452"/>
                  <a:pt x="3756325" y="4266673"/>
                  <a:pt x="3766930" y="4253947"/>
                </a:cubicBezTo>
                <a:cubicBezTo>
                  <a:pt x="3772929" y="4246748"/>
                  <a:pt x="3783329" y="4242770"/>
                  <a:pt x="3786809" y="4234069"/>
                </a:cubicBezTo>
                <a:cubicBezTo>
                  <a:pt x="3800164" y="4200683"/>
                  <a:pt x="3807896" y="4142689"/>
                  <a:pt x="3816626" y="4104860"/>
                </a:cubicBezTo>
                <a:cubicBezTo>
                  <a:pt x="3856851" y="3930547"/>
                  <a:pt x="3820609" y="4107802"/>
                  <a:pt x="3846443" y="3965713"/>
                </a:cubicBezTo>
                <a:cubicBezTo>
                  <a:pt x="3849465" y="3949092"/>
                  <a:pt x="3853993" y="3932741"/>
                  <a:pt x="3856382" y="3916017"/>
                </a:cubicBezTo>
                <a:cubicBezTo>
                  <a:pt x="3863937" y="3863133"/>
                  <a:pt x="3865784" y="3809375"/>
                  <a:pt x="3876261" y="3756991"/>
                </a:cubicBezTo>
                <a:cubicBezTo>
                  <a:pt x="3879574" y="3740426"/>
                  <a:pt x="3881755" y="3723593"/>
                  <a:pt x="3886200" y="3707295"/>
                </a:cubicBezTo>
                <a:cubicBezTo>
                  <a:pt x="3891713" y="3687080"/>
                  <a:pt x="3899452" y="3667538"/>
                  <a:pt x="3906078" y="3647660"/>
                </a:cubicBezTo>
                <a:cubicBezTo>
                  <a:pt x="3909391" y="3637721"/>
                  <a:pt x="3913962" y="3628116"/>
                  <a:pt x="3916017" y="3617843"/>
                </a:cubicBezTo>
                <a:cubicBezTo>
                  <a:pt x="3919958" y="3598136"/>
                  <a:pt x="3928874" y="3549456"/>
                  <a:pt x="3935896" y="3528391"/>
                </a:cubicBezTo>
                <a:cubicBezTo>
                  <a:pt x="3941538" y="3511465"/>
                  <a:pt x="3949148" y="3495260"/>
                  <a:pt x="3955774" y="3478695"/>
                </a:cubicBezTo>
                <a:cubicBezTo>
                  <a:pt x="3981781" y="3322648"/>
                  <a:pt x="3946215" y="3516932"/>
                  <a:pt x="3985591" y="3359426"/>
                </a:cubicBezTo>
                <a:cubicBezTo>
                  <a:pt x="3990479" y="3339875"/>
                  <a:pt x="3991925" y="3319618"/>
                  <a:pt x="3995530" y="3299791"/>
                </a:cubicBezTo>
                <a:cubicBezTo>
                  <a:pt x="3998552" y="3283170"/>
                  <a:pt x="4002692" y="3266759"/>
                  <a:pt x="4005469" y="3250095"/>
                </a:cubicBezTo>
                <a:cubicBezTo>
                  <a:pt x="4009320" y="3226987"/>
                  <a:pt x="4011847" y="3203675"/>
                  <a:pt x="4015409" y="3180521"/>
                </a:cubicBezTo>
                <a:cubicBezTo>
                  <a:pt x="4018473" y="3160603"/>
                  <a:pt x="4022284" y="3140804"/>
                  <a:pt x="4025348" y="3120886"/>
                </a:cubicBezTo>
                <a:cubicBezTo>
                  <a:pt x="4028910" y="3097732"/>
                  <a:pt x="4031725" y="3074467"/>
                  <a:pt x="4035287" y="3051313"/>
                </a:cubicBezTo>
                <a:cubicBezTo>
                  <a:pt x="4038351" y="3031395"/>
                  <a:pt x="4042376" y="3011628"/>
                  <a:pt x="4045226" y="2991678"/>
                </a:cubicBezTo>
                <a:cubicBezTo>
                  <a:pt x="4063278" y="2865316"/>
                  <a:pt x="4046121" y="2957385"/>
                  <a:pt x="4065104" y="2862469"/>
                </a:cubicBezTo>
                <a:cubicBezTo>
                  <a:pt x="4082196" y="2503522"/>
                  <a:pt x="4065450" y="2778967"/>
                  <a:pt x="4084982" y="2554356"/>
                </a:cubicBezTo>
                <a:cubicBezTo>
                  <a:pt x="4088724" y="2511321"/>
                  <a:pt x="4090152" y="2468080"/>
                  <a:pt x="4094922" y="2425147"/>
                </a:cubicBezTo>
                <a:cubicBezTo>
                  <a:pt x="4096785" y="2408379"/>
                  <a:pt x="4109461" y="2354383"/>
                  <a:pt x="4114800" y="2335695"/>
                </a:cubicBezTo>
                <a:cubicBezTo>
                  <a:pt x="4117678" y="2325621"/>
                  <a:pt x="4116214" y="2311967"/>
                  <a:pt x="4124739" y="2305878"/>
                </a:cubicBezTo>
                <a:cubicBezTo>
                  <a:pt x="4141790" y="2293699"/>
                  <a:pt x="4164046" y="2291082"/>
                  <a:pt x="4184374" y="2286000"/>
                </a:cubicBezTo>
                <a:cubicBezTo>
                  <a:pt x="4234294" y="2273519"/>
                  <a:pt x="4211171" y="2280380"/>
                  <a:pt x="4253948" y="2266121"/>
                </a:cubicBezTo>
                <a:cubicBezTo>
                  <a:pt x="4263887" y="2259495"/>
                  <a:pt x="4275318" y="2254690"/>
                  <a:pt x="4283765" y="2246243"/>
                </a:cubicBezTo>
                <a:cubicBezTo>
                  <a:pt x="4292212" y="2237796"/>
                  <a:pt x="4293514" y="2222757"/>
                  <a:pt x="4303643" y="2216426"/>
                </a:cubicBezTo>
                <a:cubicBezTo>
                  <a:pt x="4338802" y="2194452"/>
                  <a:pt x="4368248" y="2168387"/>
                  <a:pt x="4412974" y="2156791"/>
                </a:cubicBezTo>
                <a:close/>
              </a:path>
            </a:pathLst>
          </a:custGeom>
          <a:noFill/>
          <a:ln>
            <a:solidFill>
              <a:srgbClr val="00B05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F5FB08E-A961-A6CE-3B89-1C001D9C4DA4}"/>
              </a:ext>
            </a:extLst>
          </p:cNvPr>
          <p:cNvSpPr txBox="1"/>
          <p:nvPr/>
        </p:nvSpPr>
        <p:spPr>
          <a:xfrm>
            <a:off x="1328538" y="4178411"/>
            <a:ext cx="1044489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B050"/>
                </a:solidFill>
              </a:rPr>
              <a:t>Area</a:t>
            </a:r>
            <a:r>
              <a:rPr kumimoji="1" lang="zh-CN" altLang="en-US" dirty="0">
                <a:solidFill>
                  <a:srgbClr val="00B050"/>
                </a:solidFill>
              </a:rPr>
              <a:t> </a:t>
            </a:r>
            <a:r>
              <a:rPr kumimoji="1" lang="en-US" altLang="zh-CN" dirty="0">
                <a:solidFill>
                  <a:srgbClr val="00B050"/>
                </a:solidFill>
              </a:rPr>
              <a:t>1</a:t>
            </a:r>
            <a:endParaRPr kumimoji="1" lang="zh-CN" altLang="en-US" dirty="0">
              <a:solidFill>
                <a:srgbClr val="00B050"/>
              </a:solidFill>
            </a:endParaRPr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C1665A74-920F-C04A-D615-1A85E88BCFE7}"/>
              </a:ext>
            </a:extLst>
          </p:cNvPr>
          <p:cNvSpPr/>
          <p:nvPr/>
        </p:nvSpPr>
        <p:spPr>
          <a:xfrm>
            <a:off x="4949687" y="2315817"/>
            <a:ext cx="6917635" cy="2315818"/>
          </a:xfrm>
          <a:custGeom>
            <a:avLst/>
            <a:gdLst>
              <a:gd name="connsiteX0" fmla="*/ 49696 w 6917635"/>
              <a:gd name="connsiteY0" fmla="*/ 954157 h 2315818"/>
              <a:gd name="connsiteX1" fmla="*/ 129209 w 6917635"/>
              <a:gd name="connsiteY1" fmla="*/ 934279 h 2315818"/>
              <a:gd name="connsiteX2" fmla="*/ 159026 w 6917635"/>
              <a:gd name="connsiteY2" fmla="*/ 914400 h 2315818"/>
              <a:gd name="connsiteX3" fmla="*/ 238539 w 6917635"/>
              <a:gd name="connsiteY3" fmla="*/ 874644 h 2315818"/>
              <a:gd name="connsiteX4" fmla="*/ 278296 w 6917635"/>
              <a:gd name="connsiteY4" fmla="*/ 864705 h 2315818"/>
              <a:gd name="connsiteX5" fmla="*/ 337930 w 6917635"/>
              <a:gd name="connsiteY5" fmla="*/ 844826 h 2315818"/>
              <a:gd name="connsiteX6" fmla="*/ 427383 w 6917635"/>
              <a:gd name="connsiteY6" fmla="*/ 815009 h 2315818"/>
              <a:gd name="connsiteX7" fmla="*/ 457200 w 6917635"/>
              <a:gd name="connsiteY7" fmla="*/ 805070 h 2315818"/>
              <a:gd name="connsiteX8" fmla="*/ 487017 w 6917635"/>
              <a:gd name="connsiteY8" fmla="*/ 795131 h 2315818"/>
              <a:gd name="connsiteX9" fmla="*/ 526774 w 6917635"/>
              <a:gd name="connsiteY9" fmla="*/ 785192 h 2315818"/>
              <a:gd name="connsiteX10" fmla="*/ 586409 w 6917635"/>
              <a:gd name="connsiteY10" fmla="*/ 765313 h 2315818"/>
              <a:gd name="connsiteX11" fmla="*/ 616226 w 6917635"/>
              <a:gd name="connsiteY11" fmla="*/ 755374 h 2315818"/>
              <a:gd name="connsiteX12" fmla="*/ 685800 w 6917635"/>
              <a:gd name="connsiteY12" fmla="*/ 735496 h 2315818"/>
              <a:gd name="connsiteX13" fmla="*/ 725556 w 6917635"/>
              <a:gd name="connsiteY13" fmla="*/ 725557 h 2315818"/>
              <a:gd name="connsiteX14" fmla="*/ 785191 w 6917635"/>
              <a:gd name="connsiteY14" fmla="*/ 705679 h 2315818"/>
              <a:gd name="connsiteX15" fmla="*/ 815009 w 6917635"/>
              <a:gd name="connsiteY15" fmla="*/ 695740 h 2315818"/>
              <a:gd name="connsiteX16" fmla="*/ 914400 w 6917635"/>
              <a:gd name="connsiteY16" fmla="*/ 655983 h 2315818"/>
              <a:gd name="connsiteX17" fmla="*/ 964096 w 6917635"/>
              <a:gd name="connsiteY17" fmla="*/ 636105 h 2315818"/>
              <a:gd name="connsiteX18" fmla="*/ 1033670 w 6917635"/>
              <a:gd name="connsiteY18" fmla="*/ 606287 h 2315818"/>
              <a:gd name="connsiteX19" fmla="*/ 1232452 w 6917635"/>
              <a:gd name="connsiteY19" fmla="*/ 546653 h 2315818"/>
              <a:gd name="connsiteX20" fmla="*/ 1351722 w 6917635"/>
              <a:gd name="connsiteY20" fmla="*/ 506896 h 2315818"/>
              <a:gd name="connsiteX21" fmla="*/ 1520687 w 6917635"/>
              <a:gd name="connsiteY21" fmla="*/ 457200 h 2315818"/>
              <a:gd name="connsiteX22" fmla="*/ 1620078 w 6917635"/>
              <a:gd name="connsiteY22" fmla="*/ 427383 h 2315818"/>
              <a:gd name="connsiteX23" fmla="*/ 1699591 w 6917635"/>
              <a:gd name="connsiteY23" fmla="*/ 397566 h 2315818"/>
              <a:gd name="connsiteX24" fmla="*/ 1779104 w 6917635"/>
              <a:gd name="connsiteY24" fmla="*/ 377687 h 2315818"/>
              <a:gd name="connsiteX25" fmla="*/ 1838739 w 6917635"/>
              <a:gd name="connsiteY25" fmla="*/ 357809 h 2315818"/>
              <a:gd name="connsiteX26" fmla="*/ 1918252 w 6917635"/>
              <a:gd name="connsiteY26" fmla="*/ 337931 h 2315818"/>
              <a:gd name="connsiteX27" fmla="*/ 1977887 w 6917635"/>
              <a:gd name="connsiteY27" fmla="*/ 318053 h 2315818"/>
              <a:gd name="connsiteX28" fmla="*/ 2017643 w 6917635"/>
              <a:gd name="connsiteY28" fmla="*/ 308113 h 2315818"/>
              <a:gd name="connsiteX29" fmla="*/ 2067339 w 6917635"/>
              <a:gd name="connsiteY29" fmla="*/ 288235 h 2315818"/>
              <a:gd name="connsiteX30" fmla="*/ 2107096 w 6917635"/>
              <a:gd name="connsiteY30" fmla="*/ 278296 h 2315818"/>
              <a:gd name="connsiteX31" fmla="*/ 2176670 w 6917635"/>
              <a:gd name="connsiteY31" fmla="*/ 258418 h 2315818"/>
              <a:gd name="connsiteX32" fmla="*/ 2266122 w 6917635"/>
              <a:gd name="connsiteY32" fmla="*/ 228600 h 2315818"/>
              <a:gd name="connsiteX33" fmla="*/ 2345635 w 6917635"/>
              <a:gd name="connsiteY33" fmla="*/ 218661 h 2315818"/>
              <a:gd name="connsiteX34" fmla="*/ 2454965 w 6917635"/>
              <a:gd name="connsiteY34" fmla="*/ 188844 h 2315818"/>
              <a:gd name="connsiteX35" fmla="*/ 2653748 w 6917635"/>
              <a:gd name="connsiteY35" fmla="*/ 149087 h 2315818"/>
              <a:gd name="connsiteX36" fmla="*/ 2763078 w 6917635"/>
              <a:gd name="connsiteY36" fmla="*/ 129209 h 2315818"/>
              <a:gd name="connsiteX37" fmla="*/ 2852530 w 6917635"/>
              <a:gd name="connsiteY37" fmla="*/ 109331 h 2315818"/>
              <a:gd name="connsiteX38" fmla="*/ 2922104 w 6917635"/>
              <a:gd name="connsiteY38" fmla="*/ 99392 h 2315818"/>
              <a:gd name="connsiteX39" fmla="*/ 3081130 w 6917635"/>
              <a:gd name="connsiteY39" fmla="*/ 79513 h 2315818"/>
              <a:gd name="connsiteX40" fmla="*/ 3150704 w 6917635"/>
              <a:gd name="connsiteY40" fmla="*/ 69574 h 2315818"/>
              <a:gd name="connsiteX41" fmla="*/ 3210339 w 6917635"/>
              <a:gd name="connsiteY41" fmla="*/ 59635 h 2315818"/>
              <a:gd name="connsiteX42" fmla="*/ 3369365 w 6917635"/>
              <a:gd name="connsiteY42" fmla="*/ 49696 h 2315818"/>
              <a:gd name="connsiteX43" fmla="*/ 3448878 w 6917635"/>
              <a:gd name="connsiteY43" fmla="*/ 39757 h 2315818"/>
              <a:gd name="connsiteX44" fmla="*/ 3607904 w 6917635"/>
              <a:gd name="connsiteY44" fmla="*/ 19879 h 2315818"/>
              <a:gd name="connsiteX45" fmla="*/ 3816626 w 6917635"/>
              <a:gd name="connsiteY45" fmla="*/ 9940 h 2315818"/>
              <a:gd name="connsiteX46" fmla="*/ 3965713 w 6917635"/>
              <a:gd name="connsiteY46" fmla="*/ 0 h 2315818"/>
              <a:gd name="connsiteX47" fmla="*/ 5118652 w 6917635"/>
              <a:gd name="connsiteY47" fmla="*/ 9940 h 2315818"/>
              <a:gd name="connsiteX48" fmla="*/ 5406887 w 6917635"/>
              <a:gd name="connsiteY48" fmla="*/ 49696 h 2315818"/>
              <a:gd name="connsiteX49" fmla="*/ 5705061 w 6917635"/>
              <a:gd name="connsiteY49" fmla="*/ 89453 h 2315818"/>
              <a:gd name="connsiteX50" fmla="*/ 5784574 w 6917635"/>
              <a:gd name="connsiteY50" fmla="*/ 109331 h 2315818"/>
              <a:gd name="connsiteX51" fmla="*/ 6003235 w 6917635"/>
              <a:gd name="connsiteY51" fmla="*/ 129209 h 2315818"/>
              <a:gd name="connsiteX52" fmla="*/ 6072809 w 6917635"/>
              <a:gd name="connsiteY52" fmla="*/ 139148 h 2315818"/>
              <a:gd name="connsiteX53" fmla="*/ 6400800 w 6917635"/>
              <a:gd name="connsiteY53" fmla="*/ 159026 h 2315818"/>
              <a:gd name="connsiteX54" fmla="*/ 6490252 w 6917635"/>
              <a:gd name="connsiteY54" fmla="*/ 188844 h 2315818"/>
              <a:gd name="connsiteX55" fmla="*/ 6619461 w 6917635"/>
              <a:gd name="connsiteY55" fmla="*/ 268357 h 2315818"/>
              <a:gd name="connsiteX56" fmla="*/ 6659217 w 6917635"/>
              <a:gd name="connsiteY56" fmla="*/ 308113 h 2315818"/>
              <a:gd name="connsiteX57" fmla="*/ 6778487 w 6917635"/>
              <a:gd name="connsiteY57" fmla="*/ 397566 h 2315818"/>
              <a:gd name="connsiteX58" fmla="*/ 6848061 w 6917635"/>
              <a:gd name="connsiteY58" fmla="*/ 467140 h 2315818"/>
              <a:gd name="connsiteX59" fmla="*/ 6877878 w 6917635"/>
              <a:gd name="connsiteY59" fmla="*/ 496957 h 2315818"/>
              <a:gd name="connsiteX60" fmla="*/ 6907696 w 6917635"/>
              <a:gd name="connsiteY60" fmla="*/ 516835 h 2315818"/>
              <a:gd name="connsiteX61" fmla="*/ 6917635 w 6917635"/>
              <a:gd name="connsiteY61" fmla="*/ 546653 h 2315818"/>
              <a:gd name="connsiteX62" fmla="*/ 6907696 w 6917635"/>
              <a:gd name="connsiteY62" fmla="*/ 596348 h 2315818"/>
              <a:gd name="connsiteX63" fmla="*/ 6887817 w 6917635"/>
              <a:gd name="connsiteY63" fmla="*/ 655983 h 2315818"/>
              <a:gd name="connsiteX64" fmla="*/ 6867939 w 6917635"/>
              <a:gd name="connsiteY64" fmla="*/ 705679 h 2315818"/>
              <a:gd name="connsiteX65" fmla="*/ 6838122 w 6917635"/>
              <a:gd name="connsiteY65" fmla="*/ 805070 h 2315818"/>
              <a:gd name="connsiteX66" fmla="*/ 6808304 w 6917635"/>
              <a:gd name="connsiteY66" fmla="*/ 934279 h 2315818"/>
              <a:gd name="connsiteX67" fmla="*/ 6798365 w 6917635"/>
              <a:gd name="connsiteY67" fmla="*/ 993913 h 2315818"/>
              <a:gd name="connsiteX68" fmla="*/ 6778487 w 6917635"/>
              <a:gd name="connsiteY68" fmla="*/ 1053548 h 2315818"/>
              <a:gd name="connsiteX69" fmla="*/ 6758609 w 6917635"/>
              <a:gd name="connsiteY69" fmla="*/ 1172818 h 2315818"/>
              <a:gd name="connsiteX70" fmla="*/ 6708913 w 6917635"/>
              <a:gd name="connsiteY70" fmla="*/ 1331844 h 2315818"/>
              <a:gd name="connsiteX71" fmla="*/ 6659217 w 6917635"/>
              <a:gd name="connsiteY71" fmla="*/ 1401418 h 2315818"/>
              <a:gd name="connsiteX72" fmla="*/ 6629400 w 6917635"/>
              <a:gd name="connsiteY72" fmla="*/ 1461053 h 2315818"/>
              <a:gd name="connsiteX73" fmla="*/ 6549887 w 6917635"/>
              <a:gd name="connsiteY73" fmla="*/ 1600200 h 2315818"/>
              <a:gd name="connsiteX74" fmla="*/ 6510130 w 6917635"/>
              <a:gd name="connsiteY74" fmla="*/ 1669774 h 2315818"/>
              <a:gd name="connsiteX75" fmla="*/ 6430617 w 6917635"/>
              <a:gd name="connsiteY75" fmla="*/ 1838740 h 2315818"/>
              <a:gd name="connsiteX76" fmla="*/ 6380922 w 6917635"/>
              <a:gd name="connsiteY76" fmla="*/ 1918253 h 2315818"/>
              <a:gd name="connsiteX77" fmla="*/ 6331226 w 6917635"/>
              <a:gd name="connsiteY77" fmla="*/ 1928192 h 2315818"/>
              <a:gd name="connsiteX78" fmla="*/ 6251713 w 6917635"/>
              <a:gd name="connsiteY78" fmla="*/ 1948070 h 2315818"/>
              <a:gd name="connsiteX79" fmla="*/ 6211956 w 6917635"/>
              <a:gd name="connsiteY79" fmla="*/ 1958009 h 2315818"/>
              <a:gd name="connsiteX80" fmla="*/ 6112565 w 6917635"/>
              <a:gd name="connsiteY80" fmla="*/ 1977887 h 2315818"/>
              <a:gd name="connsiteX81" fmla="*/ 6072809 w 6917635"/>
              <a:gd name="connsiteY81" fmla="*/ 1987826 h 2315818"/>
              <a:gd name="connsiteX82" fmla="*/ 5983356 w 6917635"/>
              <a:gd name="connsiteY82" fmla="*/ 1997766 h 2315818"/>
              <a:gd name="connsiteX83" fmla="*/ 5764696 w 6917635"/>
              <a:gd name="connsiteY83" fmla="*/ 2027583 h 2315818"/>
              <a:gd name="connsiteX84" fmla="*/ 5695122 w 6917635"/>
              <a:gd name="connsiteY84" fmla="*/ 2037522 h 2315818"/>
              <a:gd name="connsiteX85" fmla="*/ 5625548 w 6917635"/>
              <a:gd name="connsiteY85" fmla="*/ 2047461 h 2315818"/>
              <a:gd name="connsiteX86" fmla="*/ 5426765 w 6917635"/>
              <a:gd name="connsiteY86" fmla="*/ 2077279 h 2315818"/>
              <a:gd name="connsiteX87" fmla="*/ 5317435 w 6917635"/>
              <a:gd name="connsiteY87" fmla="*/ 2087218 h 2315818"/>
              <a:gd name="connsiteX88" fmla="*/ 5158409 w 6917635"/>
              <a:gd name="connsiteY88" fmla="*/ 2117035 h 2315818"/>
              <a:gd name="connsiteX89" fmla="*/ 4939748 w 6917635"/>
              <a:gd name="connsiteY89" fmla="*/ 2156792 h 2315818"/>
              <a:gd name="connsiteX90" fmla="*/ 4810539 w 6917635"/>
              <a:gd name="connsiteY90" fmla="*/ 2176670 h 2315818"/>
              <a:gd name="connsiteX91" fmla="*/ 4671391 w 6917635"/>
              <a:gd name="connsiteY91" fmla="*/ 2206487 h 2315818"/>
              <a:gd name="connsiteX92" fmla="*/ 4442791 w 6917635"/>
              <a:gd name="connsiteY92" fmla="*/ 2246244 h 2315818"/>
              <a:gd name="connsiteX93" fmla="*/ 4333461 w 6917635"/>
              <a:gd name="connsiteY93" fmla="*/ 2276061 h 2315818"/>
              <a:gd name="connsiteX94" fmla="*/ 4253948 w 6917635"/>
              <a:gd name="connsiteY94" fmla="*/ 2286000 h 2315818"/>
              <a:gd name="connsiteX95" fmla="*/ 4144617 w 6917635"/>
              <a:gd name="connsiteY95" fmla="*/ 2305879 h 2315818"/>
              <a:gd name="connsiteX96" fmla="*/ 4075043 w 6917635"/>
              <a:gd name="connsiteY96" fmla="*/ 2315818 h 2315818"/>
              <a:gd name="connsiteX97" fmla="*/ 3458817 w 6917635"/>
              <a:gd name="connsiteY97" fmla="*/ 2305879 h 2315818"/>
              <a:gd name="connsiteX98" fmla="*/ 3001617 w 6917635"/>
              <a:gd name="connsiteY98" fmla="*/ 2256183 h 2315818"/>
              <a:gd name="connsiteX99" fmla="*/ 2763078 w 6917635"/>
              <a:gd name="connsiteY99" fmla="*/ 2236305 h 2315818"/>
              <a:gd name="connsiteX100" fmla="*/ 2613991 w 6917635"/>
              <a:gd name="connsiteY100" fmla="*/ 2206487 h 2315818"/>
              <a:gd name="connsiteX101" fmla="*/ 2445026 w 6917635"/>
              <a:gd name="connsiteY101" fmla="*/ 2176670 h 2315818"/>
              <a:gd name="connsiteX102" fmla="*/ 2355574 w 6917635"/>
              <a:gd name="connsiteY102" fmla="*/ 2136913 h 2315818"/>
              <a:gd name="connsiteX103" fmla="*/ 2186609 w 6917635"/>
              <a:gd name="connsiteY103" fmla="*/ 2087218 h 2315818"/>
              <a:gd name="connsiteX104" fmla="*/ 2027583 w 6917635"/>
              <a:gd name="connsiteY104" fmla="*/ 2037522 h 2315818"/>
              <a:gd name="connsiteX105" fmla="*/ 1749287 w 6917635"/>
              <a:gd name="connsiteY105" fmla="*/ 1958009 h 2315818"/>
              <a:gd name="connsiteX106" fmla="*/ 1610139 w 6917635"/>
              <a:gd name="connsiteY106" fmla="*/ 1918253 h 2315818"/>
              <a:gd name="connsiteX107" fmla="*/ 1490870 w 6917635"/>
              <a:gd name="connsiteY107" fmla="*/ 1888435 h 2315818"/>
              <a:gd name="connsiteX108" fmla="*/ 1282148 w 6917635"/>
              <a:gd name="connsiteY108" fmla="*/ 1828800 h 2315818"/>
              <a:gd name="connsiteX109" fmla="*/ 1212574 w 6917635"/>
              <a:gd name="connsiteY109" fmla="*/ 1808922 h 2315818"/>
              <a:gd name="connsiteX110" fmla="*/ 1162878 w 6917635"/>
              <a:gd name="connsiteY110" fmla="*/ 1789044 h 2315818"/>
              <a:gd name="connsiteX111" fmla="*/ 1113183 w 6917635"/>
              <a:gd name="connsiteY111" fmla="*/ 1779105 h 2315818"/>
              <a:gd name="connsiteX112" fmla="*/ 1073426 w 6917635"/>
              <a:gd name="connsiteY112" fmla="*/ 1769166 h 2315818"/>
              <a:gd name="connsiteX113" fmla="*/ 1013791 w 6917635"/>
              <a:gd name="connsiteY113" fmla="*/ 1729409 h 2315818"/>
              <a:gd name="connsiteX114" fmla="*/ 974035 w 6917635"/>
              <a:gd name="connsiteY114" fmla="*/ 1649896 h 2315818"/>
              <a:gd name="connsiteX115" fmla="*/ 954156 w 6917635"/>
              <a:gd name="connsiteY115" fmla="*/ 1630018 h 2315818"/>
              <a:gd name="connsiteX116" fmla="*/ 924339 w 6917635"/>
              <a:gd name="connsiteY116" fmla="*/ 1590261 h 2315818"/>
              <a:gd name="connsiteX117" fmla="*/ 884583 w 6917635"/>
              <a:gd name="connsiteY117" fmla="*/ 1560444 h 2315818"/>
              <a:gd name="connsiteX118" fmla="*/ 864704 w 6917635"/>
              <a:gd name="connsiteY118" fmla="*/ 1540566 h 2315818"/>
              <a:gd name="connsiteX119" fmla="*/ 785191 w 6917635"/>
              <a:gd name="connsiteY119" fmla="*/ 1480931 h 2315818"/>
              <a:gd name="connsiteX120" fmla="*/ 785191 w 6917635"/>
              <a:gd name="connsiteY120" fmla="*/ 1480931 h 2315818"/>
              <a:gd name="connsiteX121" fmla="*/ 685800 w 6917635"/>
              <a:gd name="connsiteY121" fmla="*/ 1411357 h 2315818"/>
              <a:gd name="connsiteX122" fmla="*/ 606287 w 6917635"/>
              <a:gd name="connsiteY122" fmla="*/ 1341783 h 2315818"/>
              <a:gd name="connsiteX123" fmla="*/ 576470 w 6917635"/>
              <a:gd name="connsiteY123" fmla="*/ 1331844 h 2315818"/>
              <a:gd name="connsiteX124" fmla="*/ 347870 w 6917635"/>
              <a:gd name="connsiteY124" fmla="*/ 1321905 h 2315818"/>
              <a:gd name="connsiteX125" fmla="*/ 318052 w 6917635"/>
              <a:gd name="connsiteY125" fmla="*/ 1331844 h 2315818"/>
              <a:gd name="connsiteX126" fmla="*/ 228600 w 6917635"/>
              <a:gd name="connsiteY126" fmla="*/ 1262270 h 2315818"/>
              <a:gd name="connsiteX127" fmla="*/ 208722 w 6917635"/>
              <a:gd name="connsiteY127" fmla="*/ 1232453 h 2315818"/>
              <a:gd name="connsiteX128" fmla="*/ 188843 w 6917635"/>
              <a:gd name="connsiteY128" fmla="*/ 1212574 h 2315818"/>
              <a:gd name="connsiteX129" fmla="*/ 159026 w 6917635"/>
              <a:gd name="connsiteY129" fmla="*/ 1172818 h 2315818"/>
              <a:gd name="connsiteX130" fmla="*/ 89452 w 6917635"/>
              <a:gd name="connsiteY130" fmla="*/ 1103244 h 2315818"/>
              <a:gd name="connsiteX131" fmla="*/ 59635 w 6917635"/>
              <a:gd name="connsiteY131" fmla="*/ 1083366 h 2315818"/>
              <a:gd name="connsiteX132" fmla="*/ 29817 w 6917635"/>
              <a:gd name="connsiteY132" fmla="*/ 1073426 h 2315818"/>
              <a:gd name="connsiteX133" fmla="*/ 9939 w 6917635"/>
              <a:gd name="connsiteY133" fmla="*/ 1013792 h 2315818"/>
              <a:gd name="connsiteX134" fmla="*/ 0 w 6917635"/>
              <a:gd name="connsiteY134" fmla="*/ 993913 h 231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</a:cxnLst>
            <a:rect l="l" t="t" r="r" b="b"/>
            <a:pathLst>
              <a:path w="6917635" h="2315818">
                <a:moveTo>
                  <a:pt x="49696" y="954157"/>
                </a:moveTo>
                <a:cubicBezTo>
                  <a:pt x="76200" y="947531"/>
                  <a:pt x="103534" y="943616"/>
                  <a:pt x="129209" y="934279"/>
                </a:cubicBezTo>
                <a:cubicBezTo>
                  <a:pt x="140435" y="930197"/>
                  <a:pt x="148539" y="920120"/>
                  <a:pt x="159026" y="914400"/>
                </a:cubicBezTo>
                <a:cubicBezTo>
                  <a:pt x="185040" y="900210"/>
                  <a:pt x="209791" y="881831"/>
                  <a:pt x="238539" y="874644"/>
                </a:cubicBezTo>
                <a:cubicBezTo>
                  <a:pt x="251791" y="871331"/>
                  <a:pt x="265212" y="868630"/>
                  <a:pt x="278296" y="864705"/>
                </a:cubicBezTo>
                <a:cubicBezTo>
                  <a:pt x="298366" y="858684"/>
                  <a:pt x="318052" y="851452"/>
                  <a:pt x="337930" y="844826"/>
                </a:cubicBezTo>
                <a:lnTo>
                  <a:pt x="427383" y="815009"/>
                </a:lnTo>
                <a:lnTo>
                  <a:pt x="457200" y="805070"/>
                </a:lnTo>
                <a:cubicBezTo>
                  <a:pt x="467139" y="801757"/>
                  <a:pt x="476853" y="797672"/>
                  <a:pt x="487017" y="795131"/>
                </a:cubicBezTo>
                <a:cubicBezTo>
                  <a:pt x="500269" y="791818"/>
                  <a:pt x="513690" y="789117"/>
                  <a:pt x="526774" y="785192"/>
                </a:cubicBezTo>
                <a:cubicBezTo>
                  <a:pt x="546844" y="779171"/>
                  <a:pt x="566531" y="771939"/>
                  <a:pt x="586409" y="765313"/>
                </a:cubicBezTo>
                <a:cubicBezTo>
                  <a:pt x="596348" y="762000"/>
                  <a:pt x="606062" y="757915"/>
                  <a:pt x="616226" y="755374"/>
                </a:cubicBezTo>
                <a:cubicBezTo>
                  <a:pt x="740500" y="724306"/>
                  <a:pt x="585999" y="764011"/>
                  <a:pt x="685800" y="735496"/>
                </a:cubicBezTo>
                <a:cubicBezTo>
                  <a:pt x="698934" y="731743"/>
                  <a:pt x="712472" y="729482"/>
                  <a:pt x="725556" y="725557"/>
                </a:cubicBezTo>
                <a:cubicBezTo>
                  <a:pt x="745626" y="719536"/>
                  <a:pt x="765313" y="712305"/>
                  <a:pt x="785191" y="705679"/>
                </a:cubicBezTo>
                <a:cubicBezTo>
                  <a:pt x="795130" y="702366"/>
                  <a:pt x="805281" y="699631"/>
                  <a:pt x="815009" y="695740"/>
                </a:cubicBezTo>
                <a:lnTo>
                  <a:pt x="914400" y="655983"/>
                </a:lnTo>
                <a:lnTo>
                  <a:pt x="964096" y="636105"/>
                </a:lnTo>
                <a:cubicBezTo>
                  <a:pt x="987387" y="626401"/>
                  <a:pt x="1009733" y="614266"/>
                  <a:pt x="1033670" y="606287"/>
                </a:cubicBezTo>
                <a:cubicBezTo>
                  <a:pt x="1285749" y="522262"/>
                  <a:pt x="940415" y="635534"/>
                  <a:pt x="1232452" y="546653"/>
                </a:cubicBezTo>
                <a:cubicBezTo>
                  <a:pt x="1272544" y="534451"/>
                  <a:pt x="1311698" y="519317"/>
                  <a:pt x="1351722" y="506896"/>
                </a:cubicBezTo>
                <a:cubicBezTo>
                  <a:pt x="1407791" y="489495"/>
                  <a:pt x="1464399" y="473878"/>
                  <a:pt x="1520687" y="457200"/>
                </a:cubicBezTo>
                <a:cubicBezTo>
                  <a:pt x="1553851" y="447374"/>
                  <a:pt x="1587691" y="439528"/>
                  <a:pt x="1620078" y="427383"/>
                </a:cubicBezTo>
                <a:cubicBezTo>
                  <a:pt x="1646582" y="417444"/>
                  <a:pt x="1672573" y="406009"/>
                  <a:pt x="1699591" y="397566"/>
                </a:cubicBezTo>
                <a:cubicBezTo>
                  <a:pt x="1725667" y="389417"/>
                  <a:pt x="1752835" y="385192"/>
                  <a:pt x="1779104" y="377687"/>
                </a:cubicBezTo>
                <a:cubicBezTo>
                  <a:pt x="1799251" y="371931"/>
                  <a:pt x="1818592" y="363565"/>
                  <a:pt x="1838739" y="357809"/>
                </a:cubicBezTo>
                <a:cubicBezTo>
                  <a:pt x="1865008" y="350304"/>
                  <a:pt x="1892334" y="346570"/>
                  <a:pt x="1918252" y="337931"/>
                </a:cubicBezTo>
                <a:cubicBezTo>
                  <a:pt x="1938130" y="331305"/>
                  <a:pt x="1957559" y="323135"/>
                  <a:pt x="1977887" y="318053"/>
                </a:cubicBezTo>
                <a:cubicBezTo>
                  <a:pt x="1991139" y="314740"/>
                  <a:pt x="2004684" y="312433"/>
                  <a:pt x="2017643" y="308113"/>
                </a:cubicBezTo>
                <a:cubicBezTo>
                  <a:pt x="2034569" y="302471"/>
                  <a:pt x="2050413" y="293877"/>
                  <a:pt x="2067339" y="288235"/>
                </a:cubicBezTo>
                <a:cubicBezTo>
                  <a:pt x="2080298" y="283915"/>
                  <a:pt x="2093917" y="281890"/>
                  <a:pt x="2107096" y="278296"/>
                </a:cubicBezTo>
                <a:cubicBezTo>
                  <a:pt x="2130365" y="271950"/>
                  <a:pt x="2153649" y="265612"/>
                  <a:pt x="2176670" y="258418"/>
                </a:cubicBezTo>
                <a:cubicBezTo>
                  <a:pt x="2206670" y="249043"/>
                  <a:pt x="2235527" y="235799"/>
                  <a:pt x="2266122" y="228600"/>
                </a:cubicBezTo>
                <a:cubicBezTo>
                  <a:pt x="2292123" y="222482"/>
                  <a:pt x="2319131" y="221974"/>
                  <a:pt x="2345635" y="218661"/>
                </a:cubicBezTo>
                <a:cubicBezTo>
                  <a:pt x="2382078" y="208722"/>
                  <a:pt x="2418118" y="197164"/>
                  <a:pt x="2454965" y="188844"/>
                </a:cubicBezTo>
                <a:cubicBezTo>
                  <a:pt x="2520879" y="173960"/>
                  <a:pt x="2587406" y="161927"/>
                  <a:pt x="2653748" y="149087"/>
                </a:cubicBezTo>
                <a:cubicBezTo>
                  <a:pt x="2690114" y="142048"/>
                  <a:pt x="2726919" y="137244"/>
                  <a:pt x="2763078" y="129209"/>
                </a:cubicBezTo>
                <a:cubicBezTo>
                  <a:pt x="2792895" y="122583"/>
                  <a:pt x="2822508" y="114960"/>
                  <a:pt x="2852530" y="109331"/>
                </a:cubicBezTo>
                <a:cubicBezTo>
                  <a:pt x="2875556" y="105014"/>
                  <a:pt x="2898874" y="102422"/>
                  <a:pt x="2922104" y="99392"/>
                </a:cubicBezTo>
                <a:lnTo>
                  <a:pt x="3081130" y="79513"/>
                </a:lnTo>
                <a:lnTo>
                  <a:pt x="3150704" y="69574"/>
                </a:lnTo>
                <a:cubicBezTo>
                  <a:pt x="3170622" y="66510"/>
                  <a:pt x="3190269" y="61459"/>
                  <a:pt x="3210339" y="59635"/>
                </a:cubicBezTo>
                <a:cubicBezTo>
                  <a:pt x="3263233" y="54827"/>
                  <a:pt x="3316436" y="54107"/>
                  <a:pt x="3369365" y="49696"/>
                </a:cubicBezTo>
                <a:cubicBezTo>
                  <a:pt x="3395983" y="47478"/>
                  <a:pt x="3422402" y="43287"/>
                  <a:pt x="3448878" y="39757"/>
                </a:cubicBezTo>
                <a:cubicBezTo>
                  <a:pt x="3503645" y="32455"/>
                  <a:pt x="3552165" y="23595"/>
                  <a:pt x="3607904" y="19879"/>
                </a:cubicBezTo>
                <a:cubicBezTo>
                  <a:pt x="3677403" y="15246"/>
                  <a:pt x="3747080" y="13804"/>
                  <a:pt x="3816626" y="9940"/>
                </a:cubicBezTo>
                <a:cubicBezTo>
                  <a:pt x="3866355" y="7177"/>
                  <a:pt x="3916017" y="3313"/>
                  <a:pt x="3965713" y="0"/>
                </a:cubicBezTo>
                <a:lnTo>
                  <a:pt x="5118652" y="9940"/>
                </a:lnTo>
                <a:cubicBezTo>
                  <a:pt x="5215582" y="13282"/>
                  <a:pt x="5310563" y="38364"/>
                  <a:pt x="5406887" y="49696"/>
                </a:cubicBezTo>
                <a:cubicBezTo>
                  <a:pt x="5497885" y="60402"/>
                  <a:pt x="5612966" y="71911"/>
                  <a:pt x="5705061" y="89453"/>
                </a:cubicBezTo>
                <a:cubicBezTo>
                  <a:pt x="5731899" y="94565"/>
                  <a:pt x="5757722" y="104296"/>
                  <a:pt x="5784574" y="109331"/>
                </a:cubicBezTo>
                <a:cubicBezTo>
                  <a:pt x="5849684" y="121539"/>
                  <a:pt x="5942848" y="123458"/>
                  <a:pt x="6003235" y="129209"/>
                </a:cubicBezTo>
                <a:cubicBezTo>
                  <a:pt x="6026556" y="131430"/>
                  <a:pt x="6049448" y="137396"/>
                  <a:pt x="6072809" y="139148"/>
                </a:cubicBezTo>
                <a:cubicBezTo>
                  <a:pt x="6182033" y="147340"/>
                  <a:pt x="6291470" y="152400"/>
                  <a:pt x="6400800" y="159026"/>
                </a:cubicBezTo>
                <a:cubicBezTo>
                  <a:pt x="6430617" y="168965"/>
                  <a:pt x="6461457" y="176246"/>
                  <a:pt x="6490252" y="188844"/>
                </a:cubicBezTo>
                <a:cubicBezTo>
                  <a:pt x="6513541" y="199033"/>
                  <a:pt x="6597554" y="250831"/>
                  <a:pt x="6619461" y="268357"/>
                </a:cubicBezTo>
                <a:cubicBezTo>
                  <a:pt x="6634095" y="280065"/>
                  <a:pt x="6644583" y="296405"/>
                  <a:pt x="6659217" y="308113"/>
                </a:cubicBezTo>
                <a:cubicBezTo>
                  <a:pt x="6775805" y="401384"/>
                  <a:pt x="6662132" y="290161"/>
                  <a:pt x="6778487" y="397566"/>
                </a:cubicBezTo>
                <a:cubicBezTo>
                  <a:pt x="6802587" y="419812"/>
                  <a:pt x="6824870" y="443949"/>
                  <a:pt x="6848061" y="467140"/>
                </a:cubicBezTo>
                <a:cubicBezTo>
                  <a:pt x="6858000" y="477079"/>
                  <a:pt x="6866183" y="489160"/>
                  <a:pt x="6877878" y="496957"/>
                </a:cubicBezTo>
                <a:lnTo>
                  <a:pt x="6907696" y="516835"/>
                </a:lnTo>
                <a:cubicBezTo>
                  <a:pt x="6911009" y="526774"/>
                  <a:pt x="6917635" y="536176"/>
                  <a:pt x="6917635" y="546653"/>
                </a:cubicBezTo>
                <a:cubicBezTo>
                  <a:pt x="6917635" y="563546"/>
                  <a:pt x="6912141" y="580050"/>
                  <a:pt x="6907696" y="596348"/>
                </a:cubicBezTo>
                <a:cubicBezTo>
                  <a:pt x="6902183" y="616563"/>
                  <a:pt x="6894978" y="636291"/>
                  <a:pt x="6887817" y="655983"/>
                </a:cubicBezTo>
                <a:cubicBezTo>
                  <a:pt x="6881720" y="672750"/>
                  <a:pt x="6873066" y="688590"/>
                  <a:pt x="6867939" y="705679"/>
                </a:cubicBezTo>
                <a:cubicBezTo>
                  <a:pt x="6827625" y="840060"/>
                  <a:pt x="6892658" y="668726"/>
                  <a:pt x="6838122" y="805070"/>
                </a:cubicBezTo>
                <a:cubicBezTo>
                  <a:pt x="6815051" y="966569"/>
                  <a:pt x="6844687" y="788752"/>
                  <a:pt x="6808304" y="934279"/>
                </a:cubicBezTo>
                <a:cubicBezTo>
                  <a:pt x="6803416" y="953829"/>
                  <a:pt x="6803253" y="974362"/>
                  <a:pt x="6798365" y="993913"/>
                </a:cubicBezTo>
                <a:cubicBezTo>
                  <a:pt x="6793283" y="1014241"/>
                  <a:pt x="6784000" y="1033333"/>
                  <a:pt x="6778487" y="1053548"/>
                </a:cubicBezTo>
                <a:cubicBezTo>
                  <a:pt x="6768449" y="1090356"/>
                  <a:pt x="6764704" y="1136248"/>
                  <a:pt x="6758609" y="1172818"/>
                </a:cubicBezTo>
                <a:cubicBezTo>
                  <a:pt x="6749170" y="1229453"/>
                  <a:pt x="6735838" y="1277995"/>
                  <a:pt x="6708913" y="1331844"/>
                </a:cubicBezTo>
                <a:cubicBezTo>
                  <a:pt x="6696167" y="1357335"/>
                  <a:pt x="6674154" y="1377146"/>
                  <a:pt x="6659217" y="1401418"/>
                </a:cubicBezTo>
                <a:cubicBezTo>
                  <a:pt x="6647569" y="1420346"/>
                  <a:pt x="6640110" y="1441579"/>
                  <a:pt x="6629400" y="1461053"/>
                </a:cubicBezTo>
                <a:cubicBezTo>
                  <a:pt x="6603655" y="1507861"/>
                  <a:pt x="6576391" y="1553818"/>
                  <a:pt x="6549887" y="1600200"/>
                </a:cubicBezTo>
                <a:cubicBezTo>
                  <a:pt x="6536635" y="1623391"/>
                  <a:pt x="6520403" y="1645118"/>
                  <a:pt x="6510130" y="1669774"/>
                </a:cubicBezTo>
                <a:cubicBezTo>
                  <a:pt x="6427255" y="1868678"/>
                  <a:pt x="6494144" y="1724392"/>
                  <a:pt x="6430617" y="1838740"/>
                </a:cubicBezTo>
                <a:cubicBezTo>
                  <a:pt x="6419557" y="1858648"/>
                  <a:pt x="6401487" y="1905400"/>
                  <a:pt x="6380922" y="1918253"/>
                </a:cubicBezTo>
                <a:cubicBezTo>
                  <a:pt x="6366596" y="1927207"/>
                  <a:pt x="6347687" y="1924393"/>
                  <a:pt x="6331226" y="1928192"/>
                </a:cubicBezTo>
                <a:cubicBezTo>
                  <a:pt x="6304606" y="1934335"/>
                  <a:pt x="6278217" y="1941444"/>
                  <a:pt x="6251713" y="1948070"/>
                </a:cubicBezTo>
                <a:cubicBezTo>
                  <a:pt x="6238461" y="1951383"/>
                  <a:pt x="6225351" y="1955330"/>
                  <a:pt x="6211956" y="1958009"/>
                </a:cubicBezTo>
                <a:cubicBezTo>
                  <a:pt x="6178826" y="1964635"/>
                  <a:pt x="6145343" y="1969693"/>
                  <a:pt x="6112565" y="1977887"/>
                </a:cubicBezTo>
                <a:cubicBezTo>
                  <a:pt x="6099313" y="1981200"/>
                  <a:pt x="6086310" y="1985749"/>
                  <a:pt x="6072809" y="1987826"/>
                </a:cubicBezTo>
                <a:cubicBezTo>
                  <a:pt x="6043157" y="1992388"/>
                  <a:pt x="6013152" y="1994261"/>
                  <a:pt x="5983356" y="1997766"/>
                </a:cubicBezTo>
                <a:cubicBezTo>
                  <a:pt x="5894082" y="2008269"/>
                  <a:pt x="5865856" y="2013132"/>
                  <a:pt x="5764696" y="2027583"/>
                </a:cubicBezTo>
                <a:lnTo>
                  <a:pt x="5695122" y="2037522"/>
                </a:lnTo>
                <a:cubicBezTo>
                  <a:pt x="5671931" y="2040835"/>
                  <a:pt x="5648656" y="2043610"/>
                  <a:pt x="5625548" y="2047461"/>
                </a:cubicBezTo>
                <a:cubicBezTo>
                  <a:pt x="5566627" y="2057281"/>
                  <a:pt x="5476752" y="2072735"/>
                  <a:pt x="5426765" y="2077279"/>
                </a:cubicBezTo>
                <a:lnTo>
                  <a:pt x="5317435" y="2087218"/>
                </a:lnTo>
                <a:cubicBezTo>
                  <a:pt x="5182236" y="2125846"/>
                  <a:pt x="5317580" y="2091362"/>
                  <a:pt x="5158409" y="2117035"/>
                </a:cubicBezTo>
                <a:cubicBezTo>
                  <a:pt x="5085272" y="2128831"/>
                  <a:pt x="5012765" y="2144275"/>
                  <a:pt x="4939748" y="2156792"/>
                </a:cubicBezTo>
                <a:cubicBezTo>
                  <a:pt x="4896798" y="2164155"/>
                  <a:pt x="4853387" y="2168735"/>
                  <a:pt x="4810539" y="2176670"/>
                </a:cubicBezTo>
                <a:cubicBezTo>
                  <a:pt x="4763896" y="2185307"/>
                  <a:pt x="4718000" y="2197669"/>
                  <a:pt x="4671391" y="2206487"/>
                </a:cubicBezTo>
                <a:cubicBezTo>
                  <a:pt x="4595395" y="2220865"/>
                  <a:pt x="4517410" y="2225894"/>
                  <a:pt x="4442791" y="2246244"/>
                </a:cubicBezTo>
                <a:cubicBezTo>
                  <a:pt x="4406348" y="2256183"/>
                  <a:pt x="4370425" y="2268279"/>
                  <a:pt x="4333461" y="2276061"/>
                </a:cubicBezTo>
                <a:cubicBezTo>
                  <a:pt x="4307323" y="2281564"/>
                  <a:pt x="4280390" y="2282222"/>
                  <a:pt x="4253948" y="2286000"/>
                </a:cubicBezTo>
                <a:cubicBezTo>
                  <a:pt x="4137967" y="2302569"/>
                  <a:pt x="4247339" y="2288759"/>
                  <a:pt x="4144617" y="2305879"/>
                </a:cubicBezTo>
                <a:cubicBezTo>
                  <a:pt x="4121509" y="2309730"/>
                  <a:pt x="4098234" y="2312505"/>
                  <a:pt x="4075043" y="2315818"/>
                </a:cubicBezTo>
                <a:lnTo>
                  <a:pt x="3458817" y="2305879"/>
                </a:lnTo>
                <a:cubicBezTo>
                  <a:pt x="3281552" y="2301214"/>
                  <a:pt x="3208528" y="2272099"/>
                  <a:pt x="3001617" y="2256183"/>
                </a:cubicBezTo>
                <a:cubicBezTo>
                  <a:pt x="2835923" y="2243437"/>
                  <a:pt x="2915428" y="2250155"/>
                  <a:pt x="2763078" y="2236305"/>
                </a:cubicBezTo>
                <a:cubicBezTo>
                  <a:pt x="2694763" y="2221123"/>
                  <a:pt x="2676830" y="2215464"/>
                  <a:pt x="2613991" y="2206487"/>
                </a:cubicBezTo>
                <a:cubicBezTo>
                  <a:pt x="2535341" y="2195251"/>
                  <a:pt x="2524906" y="2199493"/>
                  <a:pt x="2445026" y="2176670"/>
                </a:cubicBezTo>
                <a:cubicBezTo>
                  <a:pt x="2415409" y="2168208"/>
                  <a:pt x="2383189" y="2150721"/>
                  <a:pt x="2355574" y="2136913"/>
                </a:cubicBezTo>
                <a:cubicBezTo>
                  <a:pt x="2311759" y="2049284"/>
                  <a:pt x="2356069" y="2109321"/>
                  <a:pt x="2186609" y="2087218"/>
                </a:cubicBezTo>
                <a:cubicBezTo>
                  <a:pt x="2112445" y="2077545"/>
                  <a:pt x="2098681" y="2059247"/>
                  <a:pt x="2027583" y="2037522"/>
                </a:cubicBezTo>
                <a:cubicBezTo>
                  <a:pt x="1935317" y="2009329"/>
                  <a:pt x="1842052" y="1984513"/>
                  <a:pt x="1749287" y="1958009"/>
                </a:cubicBezTo>
                <a:cubicBezTo>
                  <a:pt x="1702904" y="1944757"/>
                  <a:pt x="1656937" y="1929953"/>
                  <a:pt x="1610139" y="1918253"/>
                </a:cubicBezTo>
                <a:cubicBezTo>
                  <a:pt x="1570383" y="1908314"/>
                  <a:pt x="1530406" y="1899218"/>
                  <a:pt x="1490870" y="1888435"/>
                </a:cubicBezTo>
                <a:cubicBezTo>
                  <a:pt x="1421062" y="1869396"/>
                  <a:pt x="1351722" y="1848678"/>
                  <a:pt x="1282148" y="1828800"/>
                </a:cubicBezTo>
                <a:cubicBezTo>
                  <a:pt x="1258957" y="1822174"/>
                  <a:pt x="1234968" y="1817880"/>
                  <a:pt x="1212574" y="1808922"/>
                </a:cubicBezTo>
                <a:cubicBezTo>
                  <a:pt x="1196009" y="1802296"/>
                  <a:pt x="1179967" y="1794171"/>
                  <a:pt x="1162878" y="1789044"/>
                </a:cubicBezTo>
                <a:cubicBezTo>
                  <a:pt x="1146697" y="1784190"/>
                  <a:pt x="1129674" y="1782770"/>
                  <a:pt x="1113183" y="1779105"/>
                </a:cubicBezTo>
                <a:cubicBezTo>
                  <a:pt x="1099848" y="1776142"/>
                  <a:pt x="1086678" y="1772479"/>
                  <a:pt x="1073426" y="1769166"/>
                </a:cubicBezTo>
                <a:cubicBezTo>
                  <a:pt x="1052718" y="1758811"/>
                  <a:pt x="1026799" y="1751089"/>
                  <a:pt x="1013791" y="1729409"/>
                </a:cubicBezTo>
                <a:cubicBezTo>
                  <a:pt x="998545" y="1703999"/>
                  <a:pt x="994989" y="1670849"/>
                  <a:pt x="974035" y="1649896"/>
                </a:cubicBezTo>
                <a:cubicBezTo>
                  <a:pt x="967409" y="1643270"/>
                  <a:pt x="960155" y="1637217"/>
                  <a:pt x="954156" y="1630018"/>
                </a:cubicBezTo>
                <a:cubicBezTo>
                  <a:pt x="943551" y="1617292"/>
                  <a:pt x="936052" y="1601974"/>
                  <a:pt x="924339" y="1590261"/>
                </a:cubicBezTo>
                <a:cubicBezTo>
                  <a:pt x="912626" y="1578548"/>
                  <a:pt x="897309" y="1571049"/>
                  <a:pt x="884583" y="1560444"/>
                </a:cubicBezTo>
                <a:cubicBezTo>
                  <a:pt x="877384" y="1554445"/>
                  <a:pt x="872021" y="1546420"/>
                  <a:pt x="864704" y="1540566"/>
                </a:cubicBezTo>
                <a:cubicBezTo>
                  <a:pt x="838833" y="1519870"/>
                  <a:pt x="811695" y="1500809"/>
                  <a:pt x="785191" y="1480931"/>
                </a:cubicBezTo>
                <a:lnTo>
                  <a:pt x="785191" y="1480931"/>
                </a:lnTo>
                <a:cubicBezTo>
                  <a:pt x="764839" y="1467363"/>
                  <a:pt x="707875" y="1430979"/>
                  <a:pt x="685800" y="1411357"/>
                </a:cubicBezTo>
                <a:cubicBezTo>
                  <a:pt x="652491" y="1381749"/>
                  <a:pt x="642934" y="1360107"/>
                  <a:pt x="606287" y="1341783"/>
                </a:cubicBezTo>
                <a:cubicBezTo>
                  <a:pt x="596916" y="1337098"/>
                  <a:pt x="586916" y="1332648"/>
                  <a:pt x="576470" y="1331844"/>
                </a:cubicBezTo>
                <a:cubicBezTo>
                  <a:pt x="500423" y="1325994"/>
                  <a:pt x="424070" y="1325218"/>
                  <a:pt x="347870" y="1321905"/>
                </a:cubicBezTo>
                <a:cubicBezTo>
                  <a:pt x="337931" y="1325218"/>
                  <a:pt x="328529" y="1331844"/>
                  <a:pt x="318052" y="1331844"/>
                </a:cubicBezTo>
                <a:cubicBezTo>
                  <a:pt x="282446" y="1331844"/>
                  <a:pt x="239613" y="1278789"/>
                  <a:pt x="228600" y="1262270"/>
                </a:cubicBezTo>
                <a:cubicBezTo>
                  <a:pt x="221974" y="1252331"/>
                  <a:pt x="216184" y="1241781"/>
                  <a:pt x="208722" y="1232453"/>
                </a:cubicBezTo>
                <a:cubicBezTo>
                  <a:pt x="202868" y="1225135"/>
                  <a:pt x="194842" y="1219773"/>
                  <a:pt x="188843" y="1212574"/>
                </a:cubicBezTo>
                <a:cubicBezTo>
                  <a:pt x="178238" y="1199848"/>
                  <a:pt x="168525" y="1186389"/>
                  <a:pt x="159026" y="1172818"/>
                </a:cubicBezTo>
                <a:cubicBezTo>
                  <a:pt x="110486" y="1103475"/>
                  <a:pt x="143238" y="1121172"/>
                  <a:pt x="89452" y="1103244"/>
                </a:cubicBezTo>
                <a:cubicBezTo>
                  <a:pt x="79513" y="1096618"/>
                  <a:pt x="70319" y="1088708"/>
                  <a:pt x="59635" y="1083366"/>
                </a:cubicBezTo>
                <a:cubicBezTo>
                  <a:pt x="50264" y="1078680"/>
                  <a:pt x="35907" y="1081952"/>
                  <a:pt x="29817" y="1073426"/>
                </a:cubicBezTo>
                <a:cubicBezTo>
                  <a:pt x="17638" y="1056376"/>
                  <a:pt x="19309" y="1032533"/>
                  <a:pt x="9939" y="1013792"/>
                </a:cubicBezTo>
                <a:lnTo>
                  <a:pt x="0" y="993913"/>
                </a:lnTo>
              </a:path>
            </a:pathLst>
          </a:custGeom>
          <a:noFill/>
          <a:ln>
            <a:solidFill>
              <a:srgbClr val="00B0F0"/>
            </a:solidFill>
          </a:ln>
          <a:effectLst>
            <a:outerShdw blurRad="76200" dist="50800" dir="5400000" algn="ctr" rotWithShape="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57336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341" y="87337"/>
            <a:ext cx="11127317" cy="975783"/>
          </a:xfrm>
        </p:spPr>
        <p:txBody>
          <a:bodyPr/>
          <a:lstStyle/>
          <a:p>
            <a:r>
              <a:rPr kumimoji="1" lang="zh-CN" altLang="en-US" sz="3200" dirty="0"/>
              <a:t>技术需求说明（一）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680455" y="864337"/>
            <a:ext cx="10656779" cy="5562799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en-US" altLang="zh-CN" sz="1900" dirty="0">
                <a:solidFill>
                  <a:srgbClr val="000000"/>
                </a:solidFill>
              </a:rPr>
              <a:t>IP</a:t>
            </a:r>
            <a:r>
              <a:rPr lang="zh-CN" altLang="en-US" sz="1900" dirty="0">
                <a:solidFill>
                  <a:srgbClr val="000000"/>
                </a:solidFill>
              </a:rPr>
              <a:t>地址范围</a:t>
            </a:r>
            <a:r>
              <a:rPr lang="en-US" altLang="zh-CN" sz="1900" dirty="0">
                <a:solidFill>
                  <a:srgbClr val="000000"/>
                </a:solidFill>
              </a:rPr>
              <a:t>10.10.0.0/16</a:t>
            </a:r>
            <a:r>
              <a:rPr lang="zh-CN" altLang="en-US" sz="1900" dirty="0">
                <a:solidFill>
                  <a:srgbClr val="000000"/>
                </a:solidFill>
              </a:rPr>
              <a:t>，</a:t>
            </a:r>
            <a:r>
              <a:rPr lang="en-US" altLang="zh-CN" sz="1900" dirty="0">
                <a:solidFill>
                  <a:srgbClr val="000000"/>
                </a:solidFill>
              </a:rPr>
              <a:t>VLAN</a:t>
            </a:r>
            <a:r>
              <a:rPr lang="zh-CN" altLang="en-US" sz="1900" dirty="0">
                <a:solidFill>
                  <a:srgbClr val="000000"/>
                </a:solidFill>
              </a:rPr>
              <a:t>范围 </a:t>
            </a:r>
            <a:r>
              <a:rPr lang="en-US" altLang="zh-CN" sz="1900" dirty="0">
                <a:solidFill>
                  <a:srgbClr val="000000"/>
                </a:solidFill>
              </a:rPr>
              <a:t>VLAN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100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–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VLAN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800</a:t>
            </a:r>
            <a:r>
              <a:rPr lang="zh-CN" altLang="en-US" sz="1900" dirty="0">
                <a:solidFill>
                  <a:srgbClr val="000000"/>
                </a:solidFill>
              </a:rPr>
              <a:t>，每个业务网段为一个</a:t>
            </a:r>
            <a:r>
              <a:rPr lang="en-US" altLang="zh-CN" sz="1900" dirty="0">
                <a:solidFill>
                  <a:srgbClr val="000000"/>
                </a:solidFill>
              </a:rPr>
              <a:t>C</a:t>
            </a:r>
            <a:r>
              <a:rPr lang="zh-CN" altLang="en-US" sz="1900" dirty="0">
                <a:solidFill>
                  <a:srgbClr val="000000"/>
                </a:solidFill>
              </a:rPr>
              <a:t>类地址，每个二层交换机管理网段为一个</a:t>
            </a:r>
            <a:r>
              <a:rPr lang="en-US" altLang="zh-CN" sz="1900" dirty="0">
                <a:solidFill>
                  <a:srgbClr val="000000"/>
                </a:solidFill>
              </a:rPr>
              <a:t>C</a:t>
            </a:r>
            <a:r>
              <a:rPr lang="zh-CN" altLang="en-US" sz="1900" dirty="0">
                <a:solidFill>
                  <a:srgbClr val="000000"/>
                </a:solidFill>
              </a:rPr>
              <a:t>类地址，每个三层互联网段为</a:t>
            </a:r>
            <a:r>
              <a:rPr lang="en-US" altLang="zh-CN" sz="1900" dirty="0">
                <a:solidFill>
                  <a:srgbClr val="000000"/>
                </a:solidFill>
              </a:rPr>
              <a:t>1</a:t>
            </a:r>
            <a:r>
              <a:rPr lang="zh-CN" altLang="en-US" sz="1900" dirty="0">
                <a:solidFill>
                  <a:srgbClr val="000000"/>
                </a:solidFill>
              </a:rPr>
              <a:t>个</a:t>
            </a:r>
            <a:r>
              <a:rPr lang="en-US" altLang="zh-CN" sz="1900" dirty="0">
                <a:solidFill>
                  <a:srgbClr val="000000"/>
                </a:solidFill>
              </a:rPr>
              <a:t>29</a:t>
            </a:r>
            <a:r>
              <a:rPr lang="zh-CN" altLang="en-US" sz="1900" dirty="0">
                <a:solidFill>
                  <a:srgbClr val="000000"/>
                </a:solidFill>
              </a:rPr>
              <a:t>位掩码网段，设备</a:t>
            </a:r>
            <a:r>
              <a:rPr lang="en-US" altLang="zh-CN" sz="1900" dirty="0">
                <a:solidFill>
                  <a:srgbClr val="000000"/>
                </a:solidFill>
              </a:rPr>
              <a:t>Loopback</a:t>
            </a:r>
            <a:r>
              <a:rPr lang="zh-CN" altLang="en-US" sz="1900" dirty="0">
                <a:solidFill>
                  <a:srgbClr val="000000"/>
                </a:solidFill>
              </a:rPr>
              <a:t>地址统一从一个</a:t>
            </a:r>
            <a:r>
              <a:rPr lang="en-US" altLang="zh-CN" sz="1900" dirty="0">
                <a:solidFill>
                  <a:srgbClr val="000000"/>
                </a:solidFill>
              </a:rPr>
              <a:t>C</a:t>
            </a:r>
            <a:r>
              <a:rPr lang="zh-CN" altLang="en-US" sz="1900" dirty="0">
                <a:solidFill>
                  <a:srgbClr val="000000"/>
                </a:solidFill>
              </a:rPr>
              <a:t>类地址中分配，</a:t>
            </a:r>
            <a:r>
              <a:rPr lang="en-US" altLang="zh-CN" sz="1900" dirty="0">
                <a:solidFill>
                  <a:srgbClr val="000000"/>
                </a:solidFill>
              </a:rPr>
              <a:t>IP</a:t>
            </a:r>
            <a:r>
              <a:rPr lang="zh-CN" altLang="en-US" sz="1900" dirty="0">
                <a:solidFill>
                  <a:srgbClr val="000000"/>
                </a:solidFill>
              </a:rPr>
              <a:t>地址</a:t>
            </a:r>
            <a:r>
              <a:rPr lang="en-US" altLang="zh-CN" sz="1900" dirty="0">
                <a:solidFill>
                  <a:srgbClr val="000000"/>
                </a:solidFill>
              </a:rPr>
              <a:t>/VLAN</a:t>
            </a:r>
            <a:r>
              <a:rPr lang="zh-CN" altLang="en-US" sz="1900" dirty="0">
                <a:solidFill>
                  <a:srgbClr val="000000"/>
                </a:solidFill>
              </a:rPr>
              <a:t>设计时需考虑可扩展性。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zh-CN" altLang="en-US" sz="1900" b="1" dirty="0">
                <a:solidFill>
                  <a:srgbClr val="00B0F0"/>
                </a:solidFill>
              </a:rPr>
              <a:t>核心交换分区</a:t>
            </a:r>
            <a:r>
              <a:rPr lang="zh-CN" altLang="en-US" sz="1900" dirty="0">
                <a:solidFill>
                  <a:srgbClr val="000000"/>
                </a:solidFill>
              </a:rPr>
              <a:t>按需设计三层互联网段；</a:t>
            </a:r>
            <a:r>
              <a:rPr lang="zh-CN" altLang="en-US" sz="1900" b="1" dirty="0">
                <a:solidFill>
                  <a:srgbClr val="00B0F0"/>
                </a:solidFill>
              </a:rPr>
              <a:t>核心应用分区</a:t>
            </a:r>
            <a:r>
              <a:rPr lang="zh-CN" altLang="en-US" sz="1900" dirty="0">
                <a:solidFill>
                  <a:srgbClr val="000000"/>
                </a:solidFill>
              </a:rPr>
              <a:t>初期按</a:t>
            </a:r>
            <a:r>
              <a:rPr lang="en-US" altLang="zh-CN" sz="1900" dirty="0">
                <a:solidFill>
                  <a:srgbClr val="000000"/>
                </a:solidFill>
              </a:rPr>
              <a:t>10</a:t>
            </a:r>
            <a:r>
              <a:rPr lang="zh-CN" altLang="en-US" sz="1900" dirty="0">
                <a:solidFill>
                  <a:srgbClr val="000000"/>
                </a:solidFill>
              </a:rPr>
              <a:t>个业务网段设计（每个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5</a:t>
            </a:r>
            <a:r>
              <a:rPr lang="zh-CN" altLang="en-US" sz="1900" dirty="0">
                <a:solidFill>
                  <a:srgbClr val="000000"/>
                </a:solidFill>
              </a:rPr>
              <a:t>个），业务网段的网关部署在汇聚交换机上，并通过</a:t>
            </a:r>
            <a:r>
              <a:rPr lang="en-US" altLang="zh-CN" sz="1900" dirty="0">
                <a:solidFill>
                  <a:srgbClr val="000000"/>
                </a:solidFill>
              </a:rPr>
              <a:t>HSRP</a:t>
            </a:r>
            <a:r>
              <a:rPr lang="zh-CN" altLang="en-US" sz="1900" dirty="0">
                <a:solidFill>
                  <a:srgbClr val="000000"/>
                </a:solidFill>
              </a:rPr>
              <a:t>实现冗余。同时按需设计三层互联网段和二层交换机管理网段，分区内不同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间互访（东西流量），分区与其他分区互访（南北流量），均需通过防火墙；</a:t>
            </a:r>
            <a:r>
              <a:rPr lang="zh-CN" altLang="en-US" sz="1900" b="1" dirty="0">
                <a:solidFill>
                  <a:srgbClr val="00B0F0"/>
                </a:solidFill>
              </a:rPr>
              <a:t>非核心应用分区</a:t>
            </a:r>
            <a:r>
              <a:rPr lang="zh-CN" altLang="en-US" sz="1900" dirty="0">
                <a:solidFill>
                  <a:srgbClr val="000000"/>
                </a:solidFill>
              </a:rPr>
              <a:t>初期按</a:t>
            </a:r>
            <a:r>
              <a:rPr lang="en-US" altLang="zh-CN" sz="1900" dirty="0">
                <a:solidFill>
                  <a:srgbClr val="000000"/>
                </a:solidFill>
              </a:rPr>
              <a:t>10</a:t>
            </a:r>
            <a:r>
              <a:rPr lang="zh-CN" altLang="en-US" sz="1900" dirty="0">
                <a:solidFill>
                  <a:srgbClr val="000000"/>
                </a:solidFill>
              </a:rPr>
              <a:t>个业务网段设计（每个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5</a:t>
            </a:r>
            <a:r>
              <a:rPr lang="zh-CN" altLang="en-US" sz="1900" dirty="0">
                <a:solidFill>
                  <a:srgbClr val="000000"/>
                </a:solidFill>
              </a:rPr>
              <a:t>个），业务网段的网关部署在汇聚交换机上，并通过</a:t>
            </a:r>
            <a:r>
              <a:rPr lang="en-US" altLang="zh-CN" sz="1900" dirty="0">
                <a:solidFill>
                  <a:srgbClr val="000000"/>
                </a:solidFill>
              </a:rPr>
              <a:t>HSRP</a:t>
            </a:r>
            <a:r>
              <a:rPr lang="zh-CN" altLang="en-US" sz="1900" dirty="0">
                <a:solidFill>
                  <a:srgbClr val="000000"/>
                </a:solidFill>
              </a:rPr>
              <a:t>实现冗余，分区内不同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间互访（东西流量），分区与其他分区互访（南北流量），均需通过防火墙。同时按需设计三层互联网段和二层交换机管理网段；</a:t>
            </a:r>
            <a:r>
              <a:rPr lang="zh-CN" altLang="en-US" sz="1900" b="1" dirty="0">
                <a:solidFill>
                  <a:srgbClr val="00B0F0"/>
                </a:solidFill>
              </a:rPr>
              <a:t>带外管理分区</a:t>
            </a:r>
            <a:r>
              <a:rPr lang="zh-CN" altLang="en-US" sz="1900" dirty="0">
                <a:solidFill>
                  <a:srgbClr val="000000"/>
                </a:solidFill>
              </a:rPr>
              <a:t>初期按</a:t>
            </a:r>
            <a:r>
              <a:rPr lang="en-US" altLang="zh-CN" sz="1900" dirty="0">
                <a:solidFill>
                  <a:srgbClr val="000000"/>
                </a:solidFill>
              </a:rPr>
              <a:t>5</a:t>
            </a:r>
            <a:r>
              <a:rPr lang="zh-CN" altLang="en-US" sz="1900" dirty="0">
                <a:solidFill>
                  <a:srgbClr val="000000"/>
                </a:solidFill>
              </a:rPr>
              <a:t>个业务网段设计 ，业务网段的网关部署在汇聚交换机上，并通过</a:t>
            </a:r>
            <a:r>
              <a:rPr lang="en-US" altLang="zh-CN" sz="1900" dirty="0">
                <a:solidFill>
                  <a:srgbClr val="000000"/>
                </a:solidFill>
              </a:rPr>
              <a:t>HSRP</a:t>
            </a:r>
            <a:r>
              <a:rPr lang="zh-CN" altLang="en-US" sz="1900" dirty="0">
                <a:solidFill>
                  <a:srgbClr val="000000"/>
                </a:solidFill>
              </a:rPr>
              <a:t>实现冗余。同时按需设计二层交换机管理网段；</a:t>
            </a:r>
            <a:r>
              <a:rPr lang="zh-CN" altLang="en-US" sz="1900" b="1" dirty="0">
                <a:solidFill>
                  <a:srgbClr val="00B0F0"/>
                </a:solidFill>
              </a:rPr>
              <a:t>广域网互联分区</a:t>
            </a:r>
            <a:r>
              <a:rPr lang="zh-CN" altLang="en-US" sz="1900" dirty="0">
                <a:solidFill>
                  <a:srgbClr val="000000"/>
                </a:solidFill>
              </a:rPr>
              <a:t>按需设计三层互联网段，包括与分支机构互联以及数据中心互联（</a:t>
            </a:r>
            <a:r>
              <a:rPr lang="en-US" altLang="zh-CN" sz="1900" dirty="0">
                <a:solidFill>
                  <a:srgbClr val="000000"/>
                </a:solidFill>
              </a:rPr>
              <a:t>DCI</a:t>
            </a:r>
            <a:r>
              <a:rPr lang="zh-CN" altLang="en-US" sz="1900" dirty="0">
                <a:solidFill>
                  <a:srgbClr val="000000"/>
                </a:solidFill>
              </a:rPr>
              <a:t>）；</a:t>
            </a:r>
            <a:r>
              <a:rPr lang="zh-CN" altLang="en-US" sz="1900" b="1" dirty="0">
                <a:solidFill>
                  <a:srgbClr val="00B0F0"/>
                </a:solidFill>
              </a:rPr>
              <a:t>第三方外联分区</a:t>
            </a:r>
            <a:r>
              <a:rPr lang="zh-CN" altLang="en-US" sz="1900" dirty="0">
                <a:solidFill>
                  <a:srgbClr val="000000"/>
                </a:solidFill>
              </a:rPr>
              <a:t>按需设计三层互联网段；</a:t>
            </a:r>
            <a:r>
              <a:rPr lang="zh-CN" altLang="en-US" sz="1900" b="1" dirty="0">
                <a:solidFill>
                  <a:srgbClr val="00B0F0"/>
                </a:solidFill>
              </a:rPr>
              <a:t>网银接入分区</a:t>
            </a:r>
            <a:r>
              <a:rPr lang="zh-CN" altLang="en-US" sz="1900" dirty="0">
                <a:solidFill>
                  <a:srgbClr val="000000"/>
                </a:solidFill>
              </a:rPr>
              <a:t>按需设计三层互联网段。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采用</a:t>
            </a:r>
            <a:r>
              <a:rPr lang="en-US" altLang="zh-CN" sz="1900" dirty="0">
                <a:solidFill>
                  <a:srgbClr val="000000"/>
                </a:solidFill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</a:rPr>
              <a:t>协议作为路由协议，各分区与核心交换分区互联网段、网银接入分区内层防火墙与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交换机互联网段、第三方外联分区内层防火墙与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交换机互联网段、广域网接入分区连接运营商线路的网段，以及这些三层设备的</a:t>
            </a:r>
            <a:r>
              <a:rPr lang="en-US" altLang="zh-CN" sz="1900" dirty="0">
                <a:solidFill>
                  <a:srgbClr val="000000"/>
                </a:solidFill>
              </a:rPr>
              <a:t>loopback</a:t>
            </a:r>
            <a:r>
              <a:rPr lang="zh-CN" altLang="en-US" sz="1900" dirty="0">
                <a:solidFill>
                  <a:srgbClr val="000000"/>
                </a:solidFill>
              </a:rPr>
              <a:t>地址均划入</a:t>
            </a:r>
            <a:r>
              <a:rPr lang="en-US" altLang="zh-CN" sz="1900" dirty="0">
                <a:solidFill>
                  <a:srgbClr val="000000"/>
                </a:solidFill>
              </a:rPr>
              <a:t>Area</a:t>
            </a:r>
            <a:r>
              <a:rPr lang="zh-CN" altLang="en-US" sz="1900" dirty="0">
                <a:solidFill>
                  <a:srgbClr val="000000"/>
                </a:solidFill>
              </a:rPr>
              <a:t> </a:t>
            </a:r>
            <a:r>
              <a:rPr lang="en-US" altLang="zh-CN" sz="1900" dirty="0">
                <a:solidFill>
                  <a:srgbClr val="000000"/>
                </a:solidFill>
              </a:rPr>
              <a:t>0</a:t>
            </a:r>
            <a:r>
              <a:rPr lang="zh-CN" altLang="en-US" sz="1900" dirty="0">
                <a:solidFill>
                  <a:srgbClr val="000000"/>
                </a:solidFill>
              </a:rPr>
              <a:t>，核心应用分区各业务网段、核心应用分区各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与防火墙互联网段均划入</a:t>
            </a:r>
            <a:r>
              <a:rPr lang="en-US" altLang="zh-CN" sz="1900" dirty="0">
                <a:solidFill>
                  <a:srgbClr val="000000"/>
                </a:solidFill>
              </a:rPr>
              <a:t>Area 1</a:t>
            </a:r>
            <a:r>
              <a:rPr lang="zh-CN" altLang="en-US" sz="1900" dirty="0">
                <a:solidFill>
                  <a:srgbClr val="000000"/>
                </a:solidFill>
              </a:rPr>
              <a:t>，非核心应用分区各业务网段、非核心应用分区各</a:t>
            </a:r>
            <a:r>
              <a:rPr lang="en-US" altLang="zh-CN" sz="1900" dirty="0">
                <a:solidFill>
                  <a:srgbClr val="000000"/>
                </a:solidFill>
              </a:rPr>
              <a:t>VRF</a:t>
            </a:r>
            <a:r>
              <a:rPr lang="zh-CN" altLang="en-US" sz="1900" dirty="0">
                <a:solidFill>
                  <a:srgbClr val="000000"/>
                </a:solidFill>
              </a:rPr>
              <a:t>与防火墙互联网段均划入</a:t>
            </a:r>
            <a:r>
              <a:rPr lang="en-US" altLang="zh-CN" sz="1900" dirty="0">
                <a:solidFill>
                  <a:srgbClr val="000000"/>
                </a:solidFill>
              </a:rPr>
              <a:t>Area 2</a:t>
            </a:r>
            <a:r>
              <a:rPr lang="zh-CN" altLang="en-US" sz="1900" dirty="0">
                <a:solidFill>
                  <a:srgbClr val="000000"/>
                </a:solidFill>
              </a:rPr>
              <a:t>，带外管理分区各业务网段划入</a:t>
            </a:r>
            <a:r>
              <a:rPr lang="en-US" altLang="zh-CN" sz="1900" dirty="0">
                <a:solidFill>
                  <a:srgbClr val="000000"/>
                </a:solidFill>
              </a:rPr>
              <a:t>Area 3</a:t>
            </a:r>
            <a:r>
              <a:rPr lang="zh-CN" altLang="en-US" sz="1900" dirty="0">
                <a:solidFill>
                  <a:srgbClr val="000000"/>
                </a:solidFill>
              </a:rPr>
              <a:t>。</a:t>
            </a:r>
            <a:endParaRPr lang="en-US" altLang="zh-CN" sz="1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5905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AB9B-F393-8D81-65AF-7E4AD8D7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AE0C1-B171-62DF-2F59-B74D43AF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341" y="87337"/>
            <a:ext cx="11127317" cy="975783"/>
          </a:xfrm>
        </p:spPr>
        <p:txBody>
          <a:bodyPr/>
          <a:lstStyle/>
          <a:p>
            <a:r>
              <a:rPr kumimoji="1" lang="zh-CN" altLang="en-US" sz="3200" dirty="0"/>
              <a:t>技术需求说明（二）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2DF4EB-73E9-1D1E-4D38-5FA6C2886B43}"/>
              </a:ext>
            </a:extLst>
          </p:cNvPr>
          <p:cNvSpPr/>
          <p:nvPr/>
        </p:nvSpPr>
        <p:spPr>
          <a:xfrm>
            <a:off x="680455" y="864337"/>
            <a:ext cx="10656779" cy="5593576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网银接入分区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交换机与外层防火墙采用静态路由互联，网银接入分区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交换机上部署</a:t>
            </a:r>
            <a:r>
              <a:rPr lang="en-US" altLang="zh-CN" sz="1900" dirty="0">
                <a:solidFill>
                  <a:srgbClr val="000000"/>
                </a:solidFill>
              </a:rPr>
              <a:t>2</a:t>
            </a:r>
            <a:r>
              <a:rPr lang="zh-CN" altLang="en-US" sz="1900" dirty="0">
                <a:solidFill>
                  <a:srgbClr val="000000"/>
                </a:solidFill>
              </a:rPr>
              <a:t>个业务网段，并发布到</a:t>
            </a:r>
            <a:r>
              <a:rPr lang="en-US" altLang="zh-CN" sz="1900" dirty="0">
                <a:solidFill>
                  <a:srgbClr val="000000"/>
                </a:solidFill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</a:rPr>
              <a:t>协议中，外层防火墙只有到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交换机业务网段的静态路由和到外部网络的</a:t>
            </a:r>
            <a:r>
              <a:rPr lang="en-US" altLang="zh-CN" sz="1900" dirty="0">
                <a:solidFill>
                  <a:srgbClr val="000000"/>
                </a:solidFill>
              </a:rPr>
              <a:t>0.0.0.0/0</a:t>
            </a:r>
            <a:r>
              <a:rPr lang="zh-CN" altLang="en-US" sz="1900" dirty="0">
                <a:solidFill>
                  <a:srgbClr val="000000"/>
                </a:solidFill>
              </a:rPr>
              <a:t>静态默认路由，网银接入分区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交换机有到外层防火墙的</a:t>
            </a:r>
            <a:r>
              <a:rPr lang="en-US" altLang="zh-CN" sz="1900" dirty="0">
                <a:solidFill>
                  <a:srgbClr val="000000"/>
                </a:solidFill>
              </a:rPr>
              <a:t>0.0.0.0/0</a:t>
            </a:r>
            <a:r>
              <a:rPr lang="zh-CN" altLang="en-US" sz="1900" dirty="0">
                <a:solidFill>
                  <a:srgbClr val="000000"/>
                </a:solidFill>
              </a:rPr>
              <a:t>静态默认路由</a:t>
            </a:r>
            <a:r>
              <a:rPr lang="zh-CN" altLang="en-US" sz="1900" dirty="0">
                <a:solidFill>
                  <a:srgbClr val="000000"/>
                </a:solidFill>
                <a:highlight>
                  <a:srgbClr val="FFFF00"/>
                </a:highlight>
              </a:rPr>
              <a:t>（该路由不发布到</a:t>
            </a:r>
            <a:r>
              <a:rPr lang="en-US" altLang="zh-CN" sz="1900" dirty="0">
                <a:solidFill>
                  <a:srgbClr val="000000"/>
                </a:solidFill>
                <a:highlight>
                  <a:srgbClr val="FFFF00"/>
                </a:highlight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  <a:highlight>
                  <a:srgbClr val="FFFF00"/>
                </a:highlight>
              </a:rPr>
              <a:t>协议中）</a:t>
            </a:r>
            <a:r>
              <a:rPr lang="zh-CN" altLang="en-US" sz="1900" dirty="0">
                <a:solidFill>
                  <a:srgbClr val="000000"/>
                </a:solidFill>
              </a:rPr>
              <a:t>，并通过与内层防火墙互联的</a:t>
            </a:r>
            <a:r>
              <a:rPr lang="en-US" altLang="zh-CN" sz="1900" dirty="0">
                <a:solidFill>
                  <a:srgbClr val="000000"/>
                </a:solidFill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</a:rPr>
              <a:t>协议学习内部路由。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第三方外联分区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交换机与外层防火墙采用静态路由互联，第三方外联分区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交换机上部署</a:t>
            </a:r>
            <a:r>
              <a:rPr lang="en-US" altLang="zh-CN" sz="1900" dirty="0">
                <a:solidFill>
                  <a:srgbClr val="000000"/>
                </a:solidFill>
              </a:rPr>
              <a:t>2</a:t>
            </a:r>
            <a:r>
              <a:rPr lang="zh-CN" altLang="en-US" sz="1900" dirty="0">
                <a:solidFill>
                  <a:srgbClr val="000000"/>
                </a:solidFill>
              </a:rPr>
              <a:t>个业务网段，并发布到</a:t>
            </a:r>
            <a:r>
              <a:rPr lang="en-US" altLang="zh-CN" sz="1900" dirty="0">
                <a:solidFill>
                  <a:srgbClr val="000000"/>
                </a:solidFill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</a:rPr>
              <a:t>协议中，外层防火墙只有到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交换机业务网段的静态路由和到第三方网络的静态路由，第三方外联分区</a:t>
            </a:r>
            <a:r>
              <a:rPr lang="en-US" altLang="zh-CN" sz="1900" dirty="0">
                <a:solidFill>
                  <a:srgbClr val="000000"/>
                </a:solidFill>
              </a:rPr>
              <a:t>DMZ</a:t>
            </a:r>
            <a:r>
              <a:rPr lang="zh-CN" altLang="en-US" sz="1900" dirty="0">
                <a:solidFill>
                  <a:srgbClr val="000000"/>
                </a:solidFill>
              </a:rPr>
              <a:t>交换机有到外层防火墙的第三方网络的静态路由</a:t>
            </a:r>
            <a:r>
              <a:rPr lang="zh-CN" altLang="en-US" sz="1900" dirty="0">
                <a:solidFill>
                  <a:srgbClr val="000000"/>
                </a:solidFill>
                <a:highlight>
                  <a:srgbClr val="FFFF00"/>
                </a:highlight>
              </a:rPr>
              <a:t>（这些路由不发布到</a:t>
            </a:r>
            <a:r>
              <a:rPr lang="en-US" altLang="zh-CN" sz="1900" dirty="0">
                <a:solidFill>
                  <a:srgbClr val="000000"/>
                </a:solidFill>
                <a:highlight>
                  <a:srgbClr val="FFFF00"/>
                </a:highlight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  <a:highlight>
                  <a:srgbClr val="FFFF00"/>
                </a:highlight>
              </a:rPr>
              <a:t>协议中）</a:t>
            </a:r>
            <a:r>
              <a:rPr lang="zh-CN" altLang="en-US" sz="1900" dirty="0">
                <a:solidFill>
                  <a:srgbClr val="000000"/>
                </a:solidFill>
              </a:rPr>
              <a:t>，并通过与内层防火墙互联的</a:t>
            </a:r>
            <a:r>
              <a:rPr lang="en-US" altLang="zh-CN" sz="1900" dirty="0">
                <a:solidFill>
                  <a:srgbClr val="000000"/>
                </a:solidFill>
              </a:rPr>
              <a:t>OSPF</a:t>
            </a:r>
            <a:r>
              <a:rPr lang="zh-CN" altLang="en-US" sz="1900" dirty="0">
                <a:solidFill>
                  <a:srgbClr val="000000"/>
                </a:solidFill>
              </a:rPr>
              <a:t>协议学习内部路由。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交换机均为</a:t>
            </a:r>
            <a:r>
              <a:rPr lang="en-US" altLang="zh-CN" sz="1900" dirty="0">
                <a:solidFill>
                  <a:srgbClr val="000000"/>
                </a:solidFill>
              </a:rPr>
              <a:t>Nexus 9000</a:t>
            </a:r>
            <a:r>
              <a:rPr lang="zh-CN" altLang="en-US" sz="1900" dirty="0">
                <a:solidFill>
                  <a:srgbClr val="000000"/>
                </a:solidFill>
              </a:rPr>
              <a:t>系列交换机，各个交换机的</a:t>
            </a:r>
            <a:r>
              <a:rPr lang="en-US" altLang="zh-CN" sz="1900" dirty="0">
                <a:solidFill>
                  <a:srgbClr val="000000"/>
                </a:solidFill>
              </a:rPr>
              <a:t>VLAN</a:t>
            </a:r>
            <a:r>
              <a:rPr lang="zh-CN" altLang="en-US" sz="1900" dirty="0">
                <a:solidFill>
                  <a:srgbClr val="000000"/>
                </a:solidFill>
              </a:rPr>
              <a:t>独立配置，不启用</a:t>
            </a:r>
            <a:r>
              <a:rPr lang="en-US" altLang="zh-CN" sz="1900" dirty="0">
                <a:solidFill>
                  <a:srgbClr val="000000"/>
                </a:solidFill>
              </a:rPr>
              <a:t>VTP</a:t>
            </a:r>
            <a:r>
              <a:rPr lang="zh-CN" altLang="en-US" sz="1900" dirty="0">
                <a:solidFill>
                  <a:srgbClr val="000000"/>
                </a:solidFill>
              </a:rPr>
              <a:t>协议。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交换机的</a:t>
            </a:r>
            <a:r>
              <a:rPr lang="en-US" altLang="zh-CN" sz="1900" dirty="0">
                <a:solidFill>
                  <a:srgbClr val="000000"/>
                </a:solidFill>
              </a:rPr>
              <a:t>STP</a:t>
            </a:r>
            <a:r>
              <a:rPr lang="zh-CN" altLang="en-US" sz="1900" dirty="0">
                <a:solidFill>
                  <a:srgbClr val="000000"/>
                </a:solidFill>
              </a:rPr>
              <a:t>协议使用</a:t>
            </a:r>
            <a:r>
              <a:rPr lang="en" altLang="zh-CN" sz="1900" dirty="0">
                <a:solidFill>
                  <a:srgbClr val="000000"/>
                </a:solidFill>
              </a:rPr>
              <a:t>Rapid PVST+</a:t>
            </a:r>
            <a:r>
              <a:rPr lang="zh-CN" altLang="en-US" sz="1900" dirty="0">
                <a:solidFill>
                  <a:srgbClr val="000000"/>
                </a:solidFill>
              </a:rPr>
              <a:t>，</a:t>
            </a:r>
            <a:r>
              <a:rPr lang="en" altLang="zh-CN" sz="1900" dirty="0">
                <a:solidFill>
                  <a:srgbClr val="000000"/>
                </a:solidFill>
              </a:rPr>
              <a:t> Rapid PVST+</a:t>
            </a:r>
            <a:r>
              <a:rPr lang="zh-CN" altLang="en" sz="1900" dirty="0">
                <a:solidFill>
                  <a:srgbClr val="000000"/>
                </a:solidFill>
              </a:rPr>
              <a:t>也是</a:t>
            </a:r>
            <a:r>
              <a:rPr lang="en-US" altLang="zh-CN" sz="1900" dirty="0">
                <a:solidFill>
                  <a:srgbClr val="000000"/>
                </a:solidFill>
              </a:rPr>
              <a:t>Nexus 9000</a:t>
            </a:r>
            <a:r>
              <a:rPr lang="zh-CN" altLang="en-US" sz="1900" dirty="0">
                <a:solidFill>
                  <a:srgbClr val="000000"/>
                </a:solidFill>
              </a:rPr>
              <a:t>系列交换机默认的</a:t>
            </a:r>
            <a:r>
              <a:rPr lang="en-US" altLang="zh-CN" sz="1900" dirty="0">
                <a:solidFill>
                  <a:srgbClr val="000000"/>
                </a:solidFill>
              </a:rPr>
              <a:t>STP</a:t>
            </a:r>
            <a:r>
              <a:rPr lang="zh-CN" altLang="en-US" sz="1900" dirty="0">
                <a:solidFill>
                  <a:srgbClr val="000000"/>
                </a:solidFill>
              </a:rPr>
              <a:t>协议。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防火墙均部署为</a:t>
            </a:r>
            <a:r>
              <a:rPr lang="en-US" altLang="zh-CN" sz="1900" dirty="0">
                <a:solidFill>
                  <a:srgbClr val="000000"/>
                </a:solidFill>
              </a:rPr>
              <a:t>Active-Standby</a:t>
            </a:r>
            <a:r>
              <a:rPr lang="zh-CN" altLang="en-US" sz="1900" dirty="0">
                <a:solidFill>
                  <a:srgbClr val="000000"/>
                </a:solidFill>
              </a:rPr>
              <a:t>的</a:t>
            </a:r>
            <a:r>
              <a:rPr lang="en-US" altLang="zh-CN" sz="1900" dirty="0">
                <a:solidFill>
                  <a:srgbClr val="000000"/>
                </a:solidFill>
              </a:rPr>
              <a:t>HA</a:t>
            </a:r>
            <a:r>
              <a:rPr lang="zh-CN" altLang="en-US" sz="1900" dirty="0">
                <a:solidFill>
                  <a:srgbClr val="000000"/>
                </a:solidFill>
              </a:rPr>
              <a:t>模式，防火墙均部署为路由模式。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防火墙默认互访策略为</a:t>
            </a:r>
            <a:r>
              <a:rPr lang="en-US" altLang="zh-CN" sz="1900" dirty="0">
                <a:solidFill>
                  <a:srgbClr val="000000"/>
                </a:solidFill>
              </a:rPr>
              <a:t>deny any</a:t>
            </a:r>
            <a:r>
              <a:rPr lang="zh-CN" altLang="en-US" sz="1900" dirty="0">
                <a:solidFill>
                  <a:srgbClr val="000000"/>
                </a:solidFill>
              </a:rPr>
              <a:t>，根据需求增加</a:t>
            </a:r>
            <a:r>
              <a:rPr lang="en-US" altLang="zh-CN" sz="1900" dirty="0">
                <a:solidFill>
                  <a:srgbClr val="000000"/>
                </a:solidFill>
              </a:rPr>
              <a:t>permit</a:t>
            </a:r>
            <a:r>
              <a:rPr lang="zh-CN" altLang="en-US" sz="1900" dirty="0">
                <a:solidFill>
                  <a:srgbClr val="000000"/>
                </a:solidFill>
              </a:rPr>
              <a:t>互访策略。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en-US" altLang="zh-CN" sz="1900" dirty="0">
                <a:solidFill>
                  <a:srgbClr val="000000"/>
                </a:solidFill>
              </a:rPr>
              <a:t>2</a:t>
            </a:r>
            <a:r>
              <a:rPr lang="zh-CN" altLang="en-US" sz="1900" dirty="0">
                <a:solidFill>
                  <a:srgbClr val="000000"/>
                </a:solidFill>
              </a:rPr>
              <a:t>台冗余的</a:t>
            </a:r>
            <a:r>
              <a:rPr lang="en-US" altLang="zh-CN" sz="1900" dirty="0">
                <a:solidFill>
                  <a:srgbClr val="000000"/>
                </a:solidFill>
              </a:rPr>
              <a:t>DNS</a:t>
            </a:r>
            <a:r>
              <a:rPr lang="zh-CN" altLang="en-US" sz="1900" dirty="0">
                <a:solidFill>
                  <a:srgbClr val="000000"/>
                </a:solidFill>
              </a:rPr>
              <a:t>服务器（部署在核心应用分区）。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900" dirty="0">
                <a:solidFill>
                  <a:srgbClr val="000000"/>
                </a:solidFill>
              </a:rPr>
              <a:t>域名</a:t>
            </a:r>
            <a:r>
              <a:rPr lang="en-US" altLang="zh-CN" sz="1900" dirty="0" err="1">
                <a:solidFill>
                  <a:srgbClr val="000000"/>
                </a:solidFill>
              </a:rPr>
              <a:t>demobank.com</a:t>
            </a:r>
            <a:r>
              <a:rPr lang="zh-CN" altLang="en-US" sz="1900" dirty="0">
                <a:solidFill>
                  <a:srgbClr val="000000"/>
                </a:solidFill>
              </a:rPr>
              <a:t>。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en-US" altLang="zh-CN" sz="1900" dirty="0">
                <a:solidFill>
                  <a:srgbClr val="000000"/>
                </a:solidFill>
              </a:rPr>
              <a:t>2</a:t>
            </a:r>
            <a:r>
              <a:rPr lang="zh-CN" altLang="en-US" sz="1900" dirty="0">
                <a:solidFill>
                  <a:srgbClr val="000000"/>
                </a:solidFill>
              </a:rPr>
              <a:t>台冗余的</a:t>
            </a:r>
            <a:r>
              <a:rPr lang="en-US" altLang="zh-CN" sz="1900" dirty="0">
                <a:solidFill>
                  <a:srgbClr val="000000"/>
                </a:solidFill>
              </a:rPr>
              <a:t>NTP</a:t>
            </a:r>
            <a:r>
              <a:rPr lang="zh-CN" altLang="en-US" sz="1900" dirty="0">
                <a:solidFill>
                  <a:srgbClr val="000000"/>
                </a:solidFill>
              </a:rPr>
              <a:t>服务器（部署在核心应用分区）。</a:t>
            </a:r>
            <a:endParaRPr lang="en-US" altLang="zh-CN" sz="1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450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E3F53-564B-394E-A2B2-28A190C1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498" y="141564"/>
            <a:ext cx="3781475" cy="412610"/>
          </a:xfrm>
        </p:spPr>
        <p:txBody>
          <a:bodyPr/>
          <a:lstStyle/>
          <a:p>
            <a:r>
              <a:rPr kumimoji="1" lang="zh-CN" altLang="en-US" sz="2800" dirty="0"/>
              <a:t>实施方案输出要求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95B641-074F-5348-8374-20AB2F10E191}"/>
              </a:ext>
            </a:extLst>
          </p:cNvPr>
          <p:cNvSpPr/>
          <p:nvPr/>
        </p:nvSpPr>
        <p:spPr>
          <a:xfrm>
            <a:off x="350730" y="636104"/>
            <a:ext cx="11611626" cy="5778242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200" dirty="0">
                <a:solidFill>
                  <a:srgbClr val="000000"/>
                </a:solidFill>
              </a:rPr>
              <a:t>以</a:t>
            </a:r>
            <a:r>
              <a:rPr lang="en-US" altLang="zh-CN" sz="1200" dirty="0">
                <a:solidFill>
                  <a:srgbClr val="000000"/>
                </a:solidFill>
              </a:rPr>
              <a:t>PPT</a:t>
            </a:r>
            <a:r>
              <a:rPr lang="zh-CN" altLang="en-US" sz="1200" dirty="0">
                <a:solidFill>
                  <a:srgbClr val="000000"/>
                </a:solidFill>
              </a:rPr>
              <a:t>形式提供整体实施方案，详细描述实施方案细节（设备命名规则，接口描述规则，</a:t>
            </a:r>
            <a:r>
              <a:rPr lang="en-US" altLang="zh-CN" sz="1200" dirty="0">
                <a:solidFill>
                  <a:srgbClr val="000000"/>
                </a:solidFill>
              </a:rPr>
              <a:t>IP</a:t>
            </a:r>
            <a:r>
              <a:rPr lang="zh-CN" altLang="en-US" sz="1200" dirty="0">
                <a:solidFill>
                  <a:srgbClr val="000000"/>
                </a:solidFill>
              </a:rPr>
              <a:t>地址分配表，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分配表），详细阐述实施方案如何满足所有业务需求和技术需求。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charset="2"/>
              <a:buChar char="l"/>
            </a:pPr>
            <a:r>
              <a:rPr lang="zh-CN" altLang="en-US" sz="1200" dirty="0">
                <a:solidFill>
                  <a:srgbClr val="000000"/>
                </a:solidFill>
              </a:rPr>
              <a:t>提供以下设备的关键技术配置（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00"/>
                </a:highlight>
              </a:rPr>
              <a:t>非核心应用分区参考核心应用分区，无需提供设备配置，第三方外联分区参考网银接入分区，无需提供设备配置</a:t>
            </a:r>
            <a:r>
              <a:rPr lang="zh-CN" altLang="en-US" sz="1200" dirty="0">
                <a:solidFill>
                  <a:srgbClr val="000000"/>
                </a:solidFill>
              </a:rPr>
              <a:t>）：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2</a:t>
            </a:r>
            <a:r>
              <a:rPr lang="zh-CN" altLang="en-US" sz="1200" dirty="0">
                <a:solidFill>
                  <a:srgbClr val="000000"/>
                </a:solidFill>
              </a:rPr>
              <a:t>台核心交换机关键技术配置，必须包含所有互联接口和三层接口配置，路由协议配置，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2</a:t>
            </a:r>
            <a:r>
              <a:rPr lang="zh-CN" altLang="en-US" sz="1200" dirty="0">
                <a:solidFill>
                  <a:srgbClr val="000000"/>
                </a:solidFill>
              </a:rPr>
              <a:t>台核心应用分区汇聚交换机关键技术配置，必须包含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VPC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STP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VRF</a:t>
            </a:r>
            <a:r>
              <a:rPr lang="zh-CN" altLang="en-US" sz="1200" dirty="0">
                <a:solidFill>
                  <a:srgbClr val="000000"/>
                </a:solidFill>
              </a:rPr>
              <a:t>配置，所有互联接口和三层接口配置，</a:t>
            </a:r>
            <a:r>
              <a:rPr lang="en-US" altLang="zh-CN" sz="1200" dirty="0">
                <a:solidFill>
                  <a:srgbClr val="000000"/>
                </a:solidFill>
              </a:rPr>
              <a:t>HSRP</a:t>
            </a:r>
            <a:r>
              <a:rPr lang="zh-CN" altLang="en-US" sz="1200" dirty="0">
                <a:solidFill>
                  <a:srgbClr val="000000"/>
                </a:solidFill>
              </a:rPr>
              <a:t>配置，路由协议配置，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2</a:t>
            </a:r>
            <a:r>
              <a:rPr lang="zh-CN" altLang="en-US" sz="1200" dirty="0">
                <a:solidFill>
                  <a:srgbClr val="000000"/>
                </a:solidFill>
              </a:rPr>
              <a:t>台核心应用分区接入交换机关键技术配置，必须包含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VPC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 STP</a:t>
            </a:r>
            <a:r>
              <a:rPr lang="zh-CN" altLang="en-US" sz="1200" dirty="0">
                <a:solidFill>
                  <a:srgbClr val="000000"/>
                </a:solidFill>
              </a:rPr>
              <a:t>配置，默认路由配置，所有互联接口配置，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2</a:t>
            </a:r>
            <a:r>
              <a:rPr lang="zh-CN" altLang="en-US" sz="1200" dirty="0">
                <a:solidFill>
                  <a:srgbClr val="000000"/>
                </a:solidFill>
              </a:rPr>
              <a:t>台带外管理分区汇聚交换机关键技术配置，必须包含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VPC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 STP</a:t>
            </a:r>
            <a:r>
              <a:rPr lang="zh-CN" altLang="en-US" sz="1200" dirty="0">
                <a:solidFill>
                  <a:srgbClr val="000000"/>
                </a:solidFill>
              </a:rPr>
              <a:t>配置，所有互联接口和三层接口配置，</a:t>
            </a:r>
            <a:r>
              <a:rPr lang="en-US" altLang="zh-CN" sz="1200" dirty="0">
                <a:solidFill>
                  <a:srgbClr val="000000"/>
                </a:solidFill>
              </a:rPr>
              <a:t>HSRP</a:t>
            </a:r>
            <a:r>
              <a:rPr lang="zh-CN" altLang="en-US" sz="1200" dirty="0">
                <a:solidFill>
                  <a:srgbClr val="000000"/>
                </a:solidFill>
              </a:rPr>
              <a:t>配置，路由协议配置，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1</a:t>
            </a:r>
            <a:r>
              <a:rPr lang="zh-CN" altLang="en-US" sz="1200" dirty="0">
                <a:solidFill>
                  <a:srgbClr val="000000"/>
                </a:solidFill>
              </a:rPr>
              <a:t>台带外管理分区接入交换机关键技术配置，必须包含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 STP</a:t>
            </a:r>
            <a:r>
              <a:rPr lang="zh-CN" altLang="en-US" sz="1200" dirty="0">
                <a:solidFill>
                  <a:srgbClr val="000000"/>
                </a:solidFill>
              </a:rPr>
              <a:t>配置，默认路由配置，所有互联接口配置，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en-US" altLang="zh-CN" sz="1200" dirty="0">
                <a:solidFill>
                  <a:srgbClr val="000000"/>
                </a:solidFill>
              </a:rPr>
              <a:t>4</a:t>
            </a:r>
            <a:r>
              <a:rPr lang="zh-CN" altLang="en-US" sz="1200" dirty="0">
                <a:solidFill>
                  <a:srgbClr val="000000"/>
                </a:solidFill>
              </a:rPr>
              <a:t>台广域网接入分区路由器配置关键技术配置，必须包含所有互联接口和三层接口配置，路由协议配置，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核心应用分区防火墙关键技术配置，必须包含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Active-Standby</a:t>
            </a:r>
            <a:r>
              <a:rPr lang="zh-CN" altLang="en-US" sz="1200" dirty="0">
                <a:solidFill>
                  <a:srgbClr val="000000"/>
                </a:solidFill>
              </a:rPr>
              <a:t> </a:t>
            </a:r>
            <a:r>
              <a:rPr lang="en-US" altLang="zh-CN" sz="1200" dirty="0">
                <a:solidFill>
                  <a:srgbClr val="000000"/>
                </a:solidFill>
              </a:rPr>
              <a:t>HA</a:t>
            </a:r>
            <a:r>
              <a:rPr lang="zh-CN" altLang="en-US" sz="1200" dirty="0">
                <a:solidFill>
                  <a:srgbClr val="000000"/>
                </a:solidFill>
              </a:rPr>
              <a:t>的部署过程，所有互联接口和三层接口配置，路由协议配置，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配置，实现核心应用分区不同</a:t>
            </a:r>
            <a:r>
              <a:rPr lang="en-US" altLang="zh-CN" sz="1200" dirty="0">
                <a:solidFill>
                  <a:srgbClr val="000000"/>
                </a:solidFill>
              </a:rPr>
              <a:t>VRF</a:t>
            </a:r>
            <a:r>
              <a:rPr lang="zh-CN" altLang="en-US" sz="1200" dirty="0">
                <a:solidFill>
                  <a:srgbClr val="000000"/>
                </a:solidFill>
              </a:rPr>
              <a:t>互访的安全策略（自行举例，需要同时包含</a:t>
            </a:r>
            <a:r>
              <a:rPr lang="en-US" altLang="zh-CN" sz="1200" dirty="0">
                <a:solidFill>
                  <a:srgbClr val="000000"/>
                </a:solidFill>
              </a:rPr>
              <a:t>permit</a:t>
            </a:r>
            <a:r>
              <a:rPr lang="zh-CN" altLang="en-US" sz="1200" dirty="0">
                <a:solidFill>
                  <a:srgbClr val="000000"/>
                </a:solidFill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</a:rPr>
              <a:t>deny</a:t>
            </a:r>
            <a:r>
              <a:rPr lang="zh-CN" altLang="en-US" sz="1200" dirty="0">
                <a:solidFill>
                  <a:srgbClr val="000000"/>
                </a:solidFill>
              </a:rPr>
              <a:t>策略），实现核心应用分区与其他分区互访的安全策略（自行举例，需要同时包含</a:t>
            </a:r>
            <a:r>
              <a:rPr lang="en-US" altLang="zh-CN" sz="1200" dirty="0">
                <a:solidFill>
                  <a:srgbClr val="000000"/>
                </a:solidFill>
              </a:rPr>
              <a:t>permit</a:t>
            </a:r>
            <a:r>
              <a:rPr lang="zh-CN" altLang="en-US" sz="1200" dirty="0">
                <a:solidFill>
                  <a:srgbClr val="000000"/>
                </a:solidFill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</a:rPr>
              <a:t>deny</a:t>
            </a:r>
            <a:r>
              <a:rPr lang="zh-CN" altLang="en-US" sz="1200" dirty="0">
                <a:solidFill>
                  <a:srgbClr val="000000"/>
                </a:solidFill>
              </a:rPr>
              <a:t>策略）。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网银接入分区内层防火墙和外层防火墙关键技术配置，必须包含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Active-Standby</a:t>
            </a:r>
            <a:r>
              <a:rPr lang="zh-CN" altLang="en-US" sz="1200" dirty="0">
                <a:solidFill>
                  <a:srgbClr val="000000"/>
                </a:solidFill>
              </a:rPr>
              <a:t> </a:t>
            </a:r>
            <a:r>
              <a:rPr lang="en-US" altLang="zh-CN" sz="1200" dirty="0">
                <a:solidFill>
                  <a:srgbClr val="000000"/>
                </a:solidFill>
              </a:rPr>
              <a:t>HA</a:t>
            </a:r>
            <a:r>
              <a:rPr lang="zh-CN" altLang="en-US" sz="1200" dirty="0">
                <a:solidFill>
                  <a:srgbClr val="000000"/>
                </a:solidFill>
              </a:rPr>
              <a:t>的部署过程，所有互联接口和三层接口配置，路由协议和静态路由配置，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配置，内外互访安全策略（自行举例，需要同时包含</a:t>
            </a:r>
            <a:r>
              <a:rPr lang="en-US" altLang="zh-CN" sz="1200" dirty="0">
                <a:solidFill>
                  <a:srgbClr val="000000"/>
                </a:solidFill>
              </a:rPr>
              <a:t>permit</a:t>
            </a:r>
            <a:r>
              <a:rPr lang="zh-CN" altLang="en-US" sz="1200" dirty="0">
                <a:solidFill>
                  <a:srgbClr val="000000"/>
                </a:solidFill>
              </a:rPr>
              <a:t>和</a:t>
            </a:r>
            <a:r>
              <a:rPr lang="en-US" altLang="zh-CN" sz="1200" dirty="0">
                <a:solidFill>
                  <a:srgbClr val="000000"/>
                </a:solidFill>
              </a:rPr>
              <a:t>deny</a:t>
            </a:r>
            <a:r>
              <a:rPr lang="zh-CN" altLang="en-US" sz="1200" dirty="0">
                <a:solidFill>
                  <a:srgbClr val="000000"/>
                </a:solidFill>
              </a:rPr>
              <a:t>策略）。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网银接入分区</a:t>
            </a:r>
            <a:r>
              <a:rPr lang="en-US" altLang="zh-CN" sz="1200" dirty="0">
                <a:solidFill>
                  <a:srgbClr val="000000"/>
                </a:solidFill>
              </a:rPr>
              <a:t>DMZ</a:t>
            </a:r>
            <a:r>
              <a:rPr lang="zh-CN" altLang="en-US" sz="1200" dirty="0">
                <a:solidFill>
                  <a:srgbClr val="000000"/>
                </a:solidFill>
              </a:rPr>
              <a:t>交换机关键技术配置，必须包含</a:t>
            </a:r>
            <a:r>
              <a:rPr lang="en-US" altLang="zh-CN" sz="1200" dirty="0">
                <a:solidFill>
                  <a:srgbClr val="000000"/>
                </a:solidFill>
              </a:rPr>
              <a:t>VPC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VLAN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 STP</a:t>
            </a:r>
            <a:r>
              <a:rPr lang="zh-CN" altLang="en-US" sz="1200" dirty="0">
                <a:solidFill>
                  <a:srgbClr val="000000"/>
                </a:solidFill>
              </a:rPr>
              <a:t>配置，所有互联接口和三层接口配置，</a:t>
            </a:r>
            <a:r>
              <a:rPr lang="en-US" altLang="zh-CN" sz="1200" dirty="0">
                <a:solidFill>
                  <a:srgbClr val="000000"/>
                </a:solidFill>
              </a:rPr>
              <a:t>HSRP</a:t>
            </a:r>
            <a:r>
              <a:rPr lang="zh-CN" altLang="en-US" sz="1200" dirty="0">
                <a:solidFill>
                  <a:srgbClr val="000000"/>
                </a:solidFill>
              </a:rPr>
              <a:t>配置，路由协议和静态路由配置，</a:t>
            </a:r>
            <a:r>
              <a:rPr lang="en-US" altLang="zh-CN" sz="1200" dirty="0">
                <a:solidFill>
                  <a:srgbClr val="000000"/>
                </a:solidFill>
              </a:rPr>
              <a:t>NTP</a:t>
            </a:r>
            <a:r>
              <a:rPr lang="zh-CN" altLang="en-US" sz="1200" dirty="0">
                <a:solidFill>
                  <a:srgbClr val="000000"/>
                </a:solidFill>
              </a:rPr>
              <a:t>配置，</a:t>
            </a:r>
            <a:r>
              <a:rPr lang="en-US" altLang="zh-CN" sz="1200" dirty="0">
                <a:solidFill>
                  <a:srgbClr val="000000"/>
                </a:solidFill>
              </a:rPr>
              <a:t>DNS</a:t>
            </a:r>
            <a:r>
              <a:rPr lang="zh-CN" altLang="en-US" sz="1200" dirty="0">
                <a:solidFill>
                  <a:srgbClr val="000000"/>
                </a:solidFill>
              </a:rPr>
              <a:t>配置。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380990" indent="-380990">
              <a:spcBef>
                <a:spcPts val="800"/>
              </a:spcBef>
              <a:buFont typeface="Wingdings" pitchFamily="2" charset="2"/>
              <a:buChar char="l"/>
            </a:pPr>
            <a:r>
              <a:rPr lang="zh-CN" altLang="en-US" sz="1200" dirty="0">
                <a:solidFill>
                  <a:srgbClr val="000000"/>
                </a:solidFill>
              </a:rPr>
              <a:t>思考（可选加分项，任选一项，开放式作答）：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如何利用自动化（</a:t>
            </a:r>
            <a:r>
              <a:rPr lang="en-US" altLang="zh-CN" sz="1200" dirty="0">
                <a:solidFill>
                  <a:srgbClr val="000000"/>
                </a:solidFill>
              </a:rPr>
              <a:t>POAP/ZTP</a:t>
            </a:r>
            <a:r>
              <a:rPr lang="zh-CN" altLang="en-US" sz="1200" dirty="0">
                <a:solidFill>
                  <a:srgbClr val="000000"/>
                </a:solidFill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</a:rPr>
              <a:t>Ansible</a:t>
            </a:r>
            <a:r>
              <a:rPr lang="zh-CN" altLang="en-US" sz="1200" dirty="0">
                <a:solidFill>
                  <a:srgbClr val="000000"/>
                </a:solidFill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</a:rPr>
              <a:t>Vibe</a:t>
            </a:r>
            <a:r>
              <a:rPr lang="zh-CN" altLang="en-US" sz="1200" dirty="0">
                <a:solidFill>
                  <a:srgbClr val="000000"/>
                </a:solidFill>
              </a:rPr>
              <a:t> </a:t>
            </a:r>
            <a:r>
              <a:rPr lang="en-US" altLang="zh-CN" sz="1200" dirty="0">
                <a:solidFill>
                  <a:srgbClr val="000000"/>
                </a:solidFill>
              </a:rPr>
              <a:t>Coding</a:t>
            </a:r>
            <a:r>
              <a:rPr lang="zh-CN" altLang="en-US" sz="1200" dirty="0">
                <a:solidFill>
                  <a:srgbClr val="000000"/>
                </a:solidFill>
              </a:rPr>
              <a:t>）提高设备配置效率，减少人为配置出错？通过</a:t>
            </a:r>
            <a:r>
              <a:rPr lang="en-US" altLang="zh-CN" sz="1200" dirty="0">
                <a:solidFill>
                  <a:srgbClr val="000000"/>
                </a:solidFill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</a:rPr>
              <a:t>实现基于自然语言配置网络设备，你有什么展望？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灾备中心日常承担一些查询类业务，数据库从主中心同步，主中心发生灾难时，备中心如何切换，接管业务？如何保障核心业务系统</a:t>
            </a:r>
            <a:r>
              <a:rPr lang="en-US" altLang="zh-CN" sz="1200" dirty="0">
                <a:solidFill>
                  <a:srgbClr val="000000"/>
                </a:solidFill>
              </a:rPr>
              <a:t>RTO</a:t>
            </a:r>
            <a:r>
              <a:rPr lang="zh-CN" altLang="en-US" sz="1200" dirty="0">
                <a:solidFill>
                  <a:srgbClr val="000000"/>
                </a:solidFill>
              </a:rPr>
              <a:t>小于</a:t>
            </a:r>
            <a:r>
              <a:rPr lang="en-US" altLang="zh-CN" sz="1200" dirty="0">
                <a:solidFill>
                  <a:srgbClr val="000000"/>
                </a:solidFill>
              </a:rPr>
              <a:t>30</a:t>
            </a:r>
            <a:r>
              <a:rPr lang="zh-CN" altLang="en-US" sz="1200" dirty="0">
                <a:solidFill>
                  <a:srgbClr val="000000"/>
                </a:solidFill>
              </a:rPr>
              <a:t>分钟？</a:t>
            </a:r>
            <a:endParaRPr lang="en-US" altLang="zh-CN" sz="1200" dirty="0">
              <a:solidFill>
                <a:srgbClr val="000000"/>
              </a:solidFill>
            </a:endParaRP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sz="1200" dirty="0">
                <a:solidFill>
                  <a:srgbClr val="000000"/>
                </a:solidFill>
              </a:rPr>
              <a:t>项目实施完毕之后，交付给业主方的运维团队，就灾备中心的网络运维，你有什么建议？例如关键监控点有哪些？出现某故障时，如何响应？如何持续提升网络</a:t>
            </a:r>
            <a:r>
              <a:rPr lang="en-US" altLang="zh-CN" sz="1200" dirty="0">
                <a:solidFill>
                  <a:srgbClr val="000000"/>
                </a:solidFill>
              </a:rPr>
              <a:t>SLA</a:t>
            </a:r>
            <a:r>
              <a:rPr lang="zh-CN" altLang="en-US" sz="1200" dirty="0">
                <a:solidFill>
                  <a:srgbClr val="000000"/>
                </a:solidFill>
              </a:rPr>
              <a:t>，提升应急响应能力？如何变被动监控为主动监控？</a:t>
            </a:r>
            <a:endParaRPr lang="en-US" altLang="zh-CN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43806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64724-4BF6-8425-2564-4D72EFC5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3AFD9-EDA4-B9FC-38F1-C2A8171E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498" y="141564"/>
            <a:ext cx="3781475" cy="412610"/>
          </a:xfrm>
        </p:spPr>
        <p:txBody>
          <a:bodyPr/>
          <a:lstStyle/>
          <a:p>
            <a:r>
              <a:rPr kumimoji="1" lang="zh-CN" altLang="en-US" sz="2800" dirty="0"/>
              <a:t>小组分工（参考）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6DB397-05B6-F634-0001-6F8122DBF14B}"/>
              </a:ext>
            </a:extLst>
          </p:cNvPr>
          <p:cNvSpPr/>
          <p:nvPr/>
        </p:nvSpPr>
        <p:spPr>
          <a:xfrm>
            <a:off x="655983" y="636104"/>
            <a:ext cx="10863470" cy="1787406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组员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：项目经理角色，统筹整个项目分工和进度，提供路由</a:t>
            </a:r>
            <a:r>
              <a:rPr lang="en-US" altLang="zh-CN" dirty="0">
                <a:solidFill>
                  <a:srgbClr val="000000"/>
                </a:solidFill>
              </a:rPr>
              <a:t>/</a:t>
            </a:r>
            <a:r>
              <a:rPr lang="en" altLang="zh-CN" dirty="0">
                <a:solidFill>
                  <a:srgbClr val="000000"/>
                </a:solidFill>
              </a:rPr>
              <a:t>IP/VLAN</a:t>
            </a:r>
            <a:r>
              <a:rPr lang="en-US" altLang="zh-CN" dirty="0">
                <a:solidFill>
                  <a:srgbClr val="000000"/>
                </a:solidFill>
              </a:rPr>
              <a:t>/</a:t>
            </a:r>
            <a:r>
              <a:rPr lang="zh-CN" altLang="en-US" dirty="0">
                <a:solidFill>
                  <a:srgbClr val="000000"/>
                </a:solidFill>
              </a:rPr>
              <a:t>设备命名</a:t>
            </a:r>
            <a:r>
              <a:rPr lang="en-US" altLang="zh-CN" dirty="0">
                <a:solidFill>
                  <a:srgbClr val="000000"/>
                </a:solidFill>
              </a:rPr>
              <a:t>/</a:t>
            </a:r>
            <a:r>
              <a:rPr lang="zh-CN" altLang="en-US" dirty="0">
                <a:solidFill>
                  <a:srgbClr val="000000"/>
                </a:solidFill>
              </a:rPr>
              <a:t>接口描述</a:t>
            </a:r>
            <a:r>
              <a:rPr lang="en-US" altLang="zh-CN" dirty="0">
                <a:solidFill>
                  <a:srgbClr val="000000"/>
                </a:solidFill>
              </a:rPr>
              <a:t>/</a:t>
            </a:r>
            <a:r>
              <a:rPr lang="zh-CN" altLang="en-US" dirty="0">
                <a:solidFill>
                  <a:srgbClr val="000000"/>
                </a:solidFill>
              </a:rPr>
              <a:t>防火墙部署设计等规划，汇总项目汇报材料并进行汇报。</a:t>
            </a: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﻿﻿组员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：负责核心应用分区配置部署（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</a:rPr>
              <a:t>非核心应用分区参考核心应用分区，无需提供设备配置）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﻿﻿组员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</a:rPr>
              <a:t>：负责网银接入分区配置部署（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</a:rPr>
              <a:t>第三方外联分区参考网银接入分区，无需提供设备配置）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</a:p>
          <a:p>
            <a:pPr marL="838190" lvl="1" indent="-380990">
              <a:spcBef>
                <a:spcPts val="800"/>
              </a:spcBef>
              <a:buFont typeface="Wingdings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</a:rPr>
              <a:t>﻿组员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：负责核心交换分区、带外管理分区、广域网接入分区配置部署。</a:t>
            </a:r>
          </a:p>
        </p:txBody>
      </p:sp>
    </p:spTree>
    <p:extLst>
      <p:ext uri="{BB962C8B-B14F-4D97-AF65-F5344CB8AC3E}">
        <p14:creationId xmlns:p14="http://schemas.microsoft.com/office/powerpoint/2010/main" val="14304229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41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ue theme 2015 16x9">
  <a:themeElements>
    <a:clrScheme name="Cisco White Template Colors_FINAL">
      <a:dk1>
        <a:srgbClr val="282828"/>
      </a:dk1>
      <a:lt1>
        <a:srgbClr val="005073"/>
      </a:lt1>
      <a:dk2>
        <a:srgbClr val="005073"/>
      </a:dk2>
      <a:lt2>
        <a:srgbClr val="FFFFFF"/>
      </a:lt2>
      <a:accent1>
        <a:srgbClr val="00BCEB"/>
      </a:accent1>
      <a:accent2>
        <a:srgbClr val="6EBE4A"/>
      </a:accent2>
      <a:accent3>
        <a:srgbClr val="005073"/>
      </a:accent3>
      <a:accent4>
        <a:srgbClr val="676767"/>
      </a:accent4>
      <a:accent5>
        <a:srgbClr val="FBAB18"/>
      </a:accent5>
      <a:accent6>
        <a:srgbClr val="E3241B"/>
      </a:accent6>
      <a:hlink>
        <a:srgbClr val="00BCEB"/>
      </a:hlink>
      <a:folHlink>
        <a:srgbClr val="005073"/>
      </a:folHlink>
    </a:clrScheme>
    <a:fontScheme name="CiscoSans True Type">
      <a:majorFont>
        <a:latin typeface="CiscoSansTT ExtraLight"/>
        <a:ea typeface=""/>
        <a:cs typeface=""/>
      </a:majorFont>
      <a:minorFont>
        <a:latin typeface="CiscoSansTT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Prototype_Aug_2017" id="{4E692306-BB5E-4389-8512-B70B45577D04}" vid="{BDAD62F5-9CDD-42BF-A677-E02F4F07310C}"/>
    </a:ext>
  </a:extLst>
</a:theme>
</file>

<file path=ppt/theme/theme2.xml><?xml version="1.0" encoding="utf-8"?>
<a:theme xmlns:a="http://schemas.openxmlformats.org/drawingml/2006/main" name="JD 13-4142 IWAN Technical Overview_light">
  <a:themeElements>
    <a:clrScheme name="Cisco 2010 Color Palette">
      <a:dk1>
        <a:srgbClr val="0096D6"/>
      </a:dk1>
      <a:lt1>
        <a:srgbClr val="FFFFFF"/>
      </a:lt1>
      <a:dk2>
        <a:srgbClr val="6DB344"/>
      </a:dk2>
      <a:lt2>
        <a:srgbClr val="FFFFFF"/>
      </a:lt2>
      <a:accent1>
        <a:srgbClr val="0096D6"/>
      </a:accent1>
      <a:accent2>
        <a:srgbClr val="6DB344"/>
      </a:accent2>
      <a:accent3>
        <a:srgbClr val="ABDFF0"/>
      </a:accent3>
      <a:accent4>
        <a:srgbClr val="008041"/>
      </a:accent4>
      <a:accent5>
        <a:srgbClr val="B7D333"/>
      </a:accent5>
      <a:accent6>
        <a:srgbClr val="652D89"/>
      </a:accent6>
      <a:hlink>
        <a:srgbClr val="3CBADC"/>
      </a:hlink>
      <a:folHlink>
        <a:srgbClr val="A6A8AB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6D6"/>
        </a:solidFill>
        <a:ln>
          <a:noFill/>
        </a:ln>
        <a:effectLst>
          <a:outerShdw blurRad="76200" dist="50800" dir="5400000" algn="ctr" rotWithShape="0">
            <a:srgbClr val="000000">
              <a:alpha val="27000"/>
            </a:srgb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Alternative_Template_13 33x7 5_WIDE">
  <a:themeElements>
    <a:clrScheme name="Cisco 2010 Color Palette">
      <a:dk1>
        <a:srgbClr val="0096D6"/>
      </a:dk1>
      <a:lt1>
        <a:srgbClr val="FFFFFF"/>
      </a:lt1>
      <a:dk2>
        <a:srgbClr val="6DB344"/>
      </a:dk2>
      <a:lt2>
        <a:srgbClr val="FFFFFF"/>
      </a:lt2>
      <a:accent1>
        <a:srgbClr val="0096D6"/>
      </a:accent1>
      <a:accent2>
        <a:srgbClr val="6DB344"/>
      </a:accent2>
      <a:accent3>
        <a:srgbClr val="ABDFF0"/>
      </a:accent3>
      <a:accent4>
        <a:srgbClr val="008041"/>
      </a:accent4>
      <a:accent5>
        <a:srgbClr val="B7D333"/>
      </a:accent5>
      <a:accent6>
        <a:srgbClr val="652D89"/>
      </a:accent6>
      <a:hlink>
        <a:srgbClr val="3CBADC"/>
      </a:hlink>
      <a:folHlink>
        <a:srgbClr val="A6A8AB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6D6"/>
        </a:solidFill>
        <a:ln>
          <a:noFill/>
        </a:ln>
        <a:effectLst>
          <a:outerShdw blurRad="76200" dist="50800" dir="5400000" algn="ctr" rotWithShape="0">
            <a:srgbClr val="000000">
              <a:alpha val="27000"/>
            </a:srgb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1_Alternative_Template_13 33x7 5_WIDE">
  <a:themeElements>
    <a:clrScheme name="Cisco 2010 Color Palette">
      <a:dk1>
        <a:srgbClr val="0096D6"/>
      </a:dk1>
      <a:lt1>
        <a:srgbClr val="FFFFFF"/>
      </a:lt1>
      <a:dk2>
        <a:srgbClr val="6DB344"/>
      </a:dk2>
      <a:lt2>
        <a:srgbClr val="FFFFFF"/>
      </a:lt2>
      <a:accent1>
        <a:srgbClr val="0096D6"/>
      </a:accent1>
      <a:accent2>
        <a:srgbClr val="6DB344"/>
      </a:accent2>
      <a:accent3>
        <a:srgbClr val="ABDFF0"/>
      </a:accent3>
      <a:accent4>
        <a:srgbClr val="008041"/>
      </a:accent4>
      <a:accent5>
        <a:srgbClr val="B7D333"/>
      </a:accent5>
      <a:accent6>
        <a:srgbClr val="652D89"/>
      </a:accent6>
      <a:hlink>
        <a:srgbClr val="3CBADC"/>
      </a:hlink>
      <a:folHlink>
        <a:srgbClr val="A6A8AB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6D6"/>
        </a:solidFill>
        <a:ln>
          <a:noFill/>
        </a:ln>
        <a:effectLst>
          <a:outerShdw blurRad="76200" dist="50800" dir="5400000" algn="ctr" rotWithShape="0">
            <a:srgbClr val="000000">
              <a:alpha val="27000"/>
            </a:srgb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2_Alternative_Template_13 33x7 5_WIDE">
  <a:themeElements>
    <a:clrScheme name="Cisco 2010 Color Palette">
      <a:dk1>
        <a:srgbClr val="0096D6"/>
      </a:dk1>
      <a:lt1>
        <a:srgbClr val="FFFFFF"/>
      </a:lt1>
      <a:dk2>
        <a:srgbClr val="6DB344"/>
      </a:dk2>
      <a:lt2>
        <a:srgbClr val="FFFFFF"/>
      </a:lt2>
      <a:accent1>
        <a:srgbClr val="0096D6"/>
      </a:accent1>
      <a:accent2>
        <a:srgbClr val="6DB344"/>
      </a:accent2>
      <a:accent3>
        <a:srgbClr val="ABDFF0"/>
      </a:accent3>
      <a:accent4>
        <a:srgbClr val="008041"/>
      </a:accent4>
      <a:accent5>
        <a:srgbClr val="B7D333"/>
      </a:accent5>
      <a:accent6>
        <a:srgbClr val="652D89"/>
      </a:accent6>
      <a:hlink>
        <a:srgbClr val="3CBADC"/>
      </a:hlink>
      <a:folHlink>
        <a:srgbClr val="A6A8AB"/>
      </a:folHlink>
    </a:clrScheme>
    <a:fontScheme name="Cisco 2010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6D6"/>
        </a:solidFill>
        <a:ln>
          <a:noFill/>
        </a:ln>
        <a:effectLst>
          <a:outerShdw blurRad="76200" dist="50800" dir="5400000" algn="ctr" rotWithShape="0">
            <a:srgbClr val="000000">
              <a:alpha val="27000"/>
            </a:srgb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2118</Words>
  <Application>Microsoft Macintosh PowerPoint</Application>
  <PresentationFormat>宽屏</PresentationFormat>
  <Paragraphs>155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等线</vt:lpstr>
      <vt:lpstr>黑体</vt:lpstr>
      <vt:lpstr>宋体</vt:lpstr>
      <vt:lpstr>Ciscolight</vt:lpstr>
      <vt:lpstr>Arial</vt:lpstr>
      <vt:lpstr>Calibri</vt:lpstr>
      <vt:lpstr>CiscoSansTT</vt:lpstr>
      <vt:lpstr>CiscoSansTT ExtraLight</vt:lpstr>
      <vt:lpstr>Wingdings</vt:lpstr>
      <vt:lpstr>Blue theme 2015 16x9</vt:lpstr>
      <vt:lpstr>JD 13-4142 IWAN Technical Overview_light</vt:lpstr>
      <vt:lpstr>Alternative_Template_13 33x7 5_WIDE</vt:lpstr>
      <vt:lpstr>1_Alternative_Template_13 33x7 5_WIDE</vt:lpstr>
      <vt:lpstr>2_Alternative_Template_13 33x7 5_WIDE</vt:lpstr>
      <vt:lpstr>PowerPoint 演示文稿</vt:lpstr>
      <vt:lpstr>业务需求说明</vt:lpstr>
      <vt:lpstr>某城商行托管机房DR数据中心拓扑</vt:lpstr>
      <vt:lpstr>OSPF Area及静态路由区域示意</vt:lpstr>
      <vt:lpstr>核心应用分区交换机Multi-VRF与防火墙互联示意</vt:lpstr>
      <vt:lpstr>PowerPoint 演示文稿</vt:lpstr>
      <vt:lpstr>技术需求说明（一）</vt:lpstr>
      <vt:lpstr>技术需求说明（二）</vt:lpstr>
      <vt:lpstr>实施方案输出要求</vt:lpstr>
      <vt:lpstr>小组分工（参考）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Ling Feng Lu (linglu)</dc:creator>
  <cp:lastModifiedBy>Weibo Rao (werao)</cp:lastModifiedBy>
  <cp:revision>135</cp:revision>
  <dcterms:created xsi:type="dcterms:W3CDTF">2019-06-19T07:40:56Z</dcterms:created>
  <dcterms:modified xsi:type="dcterms:W3CDTF">2026-06-24T00:26:21Z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2025-06-26T10:42:49Z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bf68a4b7-12bb-4d41-a7ea-1c97606f4e45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  <property fmtid="{D5CDD505-2E9C-101B-9397-08002B2CF9AE}" pid="10" name="ClassificationContentMarkingFooterLocations">
    <vt:lpwstr>Blue theme 2015 16x9:3\JD 13-4142 IWAN Technical Overview_light:5</vt:lpwstr>
  </property>
  <property fmtid="{D5CDD505-2E9C-101B-9397-08002B2CF9AE}" pid="11" name="ClassificationContentMarkingFooterText">
    <vt:lpwstr>Cisco Confidential</vt:lpwstr>
  </property>
</Properties>
</file>