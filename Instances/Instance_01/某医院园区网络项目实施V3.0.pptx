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"/>
  </p:notesMasterIdLst>
  <p:sldIdLst>
    <p:sldId id="366" r:id="rId2"/>
    <p:sldId id="1194" r:id="rId3"/>
    <p:sldId id="293" r:id="rId4"/>
    <p:sldId id="1200" r:id="rId5"/>
    <p:sldId id="1202" r:id="rId6"/>
    <p:sldId id="1201" r:id="rId7"/>
    <p:sldId id="1203" r:id="rId8"/>
    <p:sldId id="1204" r:id="rId9"/>
    <p:sldId id="1195" r:id="rId10"/>
    <p:sldId id="33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96"/>
    <p:restoredTop sz="94694"/>
  </p:normalViewPr>
  <p:slideViewPr>
    <p:cSldViewPr snapToGrid="0" snapToObjects="1">
      <p:cViewPr varScale="1">
        <p:scale>
          <a:sx n="161" d="100"/>
          <a:sy n="161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5BCA2-7F28-2144-9569-3B2896D2BD56}" type="datetimeFigureOut">
              <a:rPr kumimoji="1" lang="zh-CN" altLang="en-US" smtClean="0"/>
              <a:t>2026/6/22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92D35-7CE4-7E48-A23D-8A2DC71512B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394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Cisco was named after one of our great cities, San Francisco.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And for their logo, they chose the Golden Gate Bridge because it was emblematic of what the company would do. Just as the bridge spans a body of water, Cisco’s promise was to securely connect people, places, ideas, and things across a network.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</a:endParaRPr>
          </a:p>
          <a:p>
            <a:r>
              <a:rPr lang="en-US" altLang="zh-CN" dirty="0"/>
              <a:t>Between every problem and its solution, every question and its answer…</a:t>
            </a:r>
          </a:p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7A1FA6-25DE-9E4E-A34D-CF67DE7DBD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298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C576B5-B643-487E-B1E3-B50F53859F7B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064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39E3EF-7728-464C-BD3E-844BC429B6E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US"/>
              <a:t>Cisco Live 2014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7A9AE4B9-9963-4EDA-8B48-8AF20B67FFF7}" type="datetime1">
              <a:rPr lang="en-US" smtClean="0"/>
              <a:pPr/>
              <a:t>6/22/26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70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5995" y="5142315"/>
            <a:ext cx="11061895" cy="384175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2400" b="0" i="0">
                <a:solidFill>
                  <a:schemeClr val="bg1">
                    <a:lumMod val="75000"/>
                  </a:schemeClr>
                </a:solidFill>
                <a:latin typeface="+mn-lt"/>
                <a:cs typeface="CiscoSansTT ExtraLight"/>
              </a:defRPr>
            </a:lvl1pPr>
            <a:lvl2pPr marL="457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Speaker Name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5995" y="5430226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Speaker Title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 hasCustomPrompt="1"/>
          </p:nvPr>
        </p:nvSpPr>
        <p:spPr>
          <a:xfrm>
            <a:off x="625995" y="5798350"/>
            <a:ext cx="11061895" cy="384175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2400" b="0" i="0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CiscoSansTT ExtraLight"/>
              </a:defRPr>
            </a:lvl1pPr>
            <a:lvl2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2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GB" dirty="0"/>
              <a:t>Date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17723" y="4058205"/>
            <a:ext cx="11070167" cy="398668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933" b="0" i="0" baseline="0">
                <a:solidFill>
                  <a:schemeClr val="bg1">
                    <a:lumMod val="75000"/>
                  </a:schemeClr>
                </a:solidFill>
                <a:latin typeface="+mj-lt"/>
                <a:cs typeface="CiscoSansTT ExtraLight"/>
              </a:defRPr>
            </a:lvl1pPr>
            <a:lvl2pPr marL="406365" indent="0">
              <a:buNone/>
              <a:defRPr/>
            </a:lvl2pPr>
            <a:lvl3pPr marL="569854" indent="0">
              <a:buNone/>
              <a:defRPr/>
            </a:lvl3pPr>
            <a:lvl4pPr marL="688908" indent="0">
              <a:buNone/>
              <a:defRPr/>
            </a:lvl4pPr>
            <a:lvl5pPr marL="801608" indent="0">
              <a:buNone/>
              <a:defRPr/>
            </a:lvl5pPr>
          </a:lstStyle>
          <a:p>
            <a:pPr lvl="0"/>
            <a:r>
              <a:rPr lang="en-GB" dirty="0"/>
              <a:t>Subtitle Goes Here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567687" y="3296223"/>
            <a:ext cx="11120203" cy="85964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5333" b="0" i="0" spc="0" baseline="0">
                <a:solidFill>
                  <a:schemeClr val="bg1">
                    <a:lumMod val="75000"/>
                  </a:schemeClr>
                </a:solidFill>
                <a:latin typeface="+mj-lt"/>
                <a:cs typeface="CiscoSansTT ExtraLight"/>
              </a:defRPr>
            </a:lvl1pPr>
          </a:lstStyle>
          <a:p>
            <a:r>
              <a:rPr lang="en-GB" dirty="0"/>
              <a:t>Presentation Title Goes Here</a:t>
            </a:r>
            <a:endParaRPr lang="en-US" dirty="0"/>
          </a:p>
        </p:txBody>
      </p:sp>
      <p:sp>
        <p:nvSpPr>
          <p:cNvPr id="6" name="Freeform 6"/>
          <p:cNvSpPr>
            <a:spLocks noChangeAspect="1" noEditPoints="1"/>
          </p:cNvSpPr>
          <p:nvPr userDrawn="1"/>
        </p:nvSpPr>
        <p:spPr bwMode="auto">
          <a:xfrm>
            <a:off x="625995" y="521745"/>
            <a:ext cx="1060704" cy="563500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824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bg1">
                    <a:lumMod val="75000"/>
                  </a:schemeClr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GB" dirty="0"/>
              <a:t>Section 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8613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555233" y="1220545"/>
            <a:ext cx="10130723" cy="3426595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6133" b="0" i="0" spc="0" baseline="0">
                <a:solidFill>
                  <a:schemeClr val="tx2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r>
              <a:rPr lang="en-GB" dirty="0"/>
              <a:t>Section Title Goes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8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bg1">
                    <a:lumMod val="75000"/>
                  </a:schemeClr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bg1">
                    <a:lumMod val="75000"/>
                  </a:schemeClr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033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Quote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624417" y="5221411"/>
            <a:ext cx="10389144" cy="465808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marL="0" indent="0" algn="l" defTabSz="804747">
              <a:lnSpc>
                <a:spcPct val="100000"/>
              </a:lnSpc>
              <a:spcBef>
                <a:spcPct val="50000"/>
              </a:spcBef>
              <a:buNone/>
              <a:defRPr sz="2933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383897" y="2054069"/>
            <a:ext cx="10629664" cy="3038449"/>
          </a:xfrm>
          <a:prstGeom prst="rect">
            <a:avLst/>
          </a:prstGeom>
        </p:spPr>
        <p:txBody>
          <a:bodyPr>
            <a:noAutofit/>
          </a:bodyPr>
          <a:lstStyle>
            <a:lvl1pPr marL="244794" indent="-533277" algn="l">
              <a:lnSpc>
                <a:spcPct val="90000"/>
              </a:lnSpc>
              <a:defRPr sz="5333" b="0" i="1" spc="0" baseline="0">
                <a:solidFill>
                  <a:schemeClr val="tx2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518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1"/>
          </p:nvPr>
        </p:nvSpPr>
        <p:spPr bwMode="auto">
          <a:xfrm>
            <a:off x="666751" y="5233661"/>
            <a:ext cx="10852149" cy="663195"/>
          </a:xfrm>
          <a:prstGeom prst="rect">
            <a:avLst/>
          </a:prstGeom>
          <a:noFill/>
        </p:spPr>
        <p:txBody>
          <a:bodyPr wrap="square" lIns="182880" tIns="91440" rIns="182880" bIns="91440" numCol="1" anchor="ctr" anchorCtr="0" compatLnSpc="1">
            <a:prstTxWarp prst="textNoShape">
              <a:avLst/>
            </a:prstTxWarp>
            <a:spAutoFit/>
          </a:bodyPr>
          <a:lstStyle>
            <a:lvl1pPr marL="0" indent="0" algn="ctr">
              <a:lnSpc>
                <a:spcPts val="3867"/>
              </a:lnSpc>
              <a:spcBef>
                <a:spcPts val="0"/>
              </a:spcBef>
              <a:buNone/>
              <a:defRPr sz="32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912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 Page Photo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12401551" cy="3790949"/>
          </a:xfrm>
          <a:prstGeom prst="rect">
            <a:avLst/>
          </a:prstGeom>
          <a:solidFill>
            <a:schemeClr val="bg2"/>
          </a:solidFill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598380" y="4072691"/>
            <a:ext cx="11152315" cy="716158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0" indent="0">
              <a:buNone/>
              <a:defRPr sz="4267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786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6464" cy="6858000"/>
          </a:xfrm>
          <a:prstGeom prst="rect">
            <a:avLst/>
          </a:prstGeom>
        </p:spPr>
        <p:txBody>
          <a:bodyPr vert="horz" lIns="91420" tIns="45710" rIns="91420" bIns="45710"/>
          <a:lstStyle>
            <a:lvl1pPr marL="0" indent="0" algn="ctr">
              <a:buNone/>
              <a:defRPr sz="2933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14746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Full bleed pho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24267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latin typeface="+mj-lt"/>
            </a:endParaRPr>
          </a:p>
        </p:txBody>
      </p:sp>
      <p:sp>
        <p:nvSpPr>
          <p:cNvPr id="5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10683" y="320842"/>
            <a:ext cx="11307184" cy="5688861"/>
          </a:xfrm>
          <a:prstGeom prst="rect">
            <a:avLst/>
          </a:prstGeom>
          <a:solidFill>
            <a:schemeClr val="bg2"/>
          </a:solidFill>
        </p:spPr>
        <p:txBody>
          <a:bodyPr vert="horz" lIns="91424" tIns="45712" rIns="91424" bIns="45712"/>
          <a:lstStyle>
            <a:lvl1pPr marL="0" indent="0" algn="ctr">
              <a:buNone/>
              <a:defRPr sz="2000" baseline="0">
                <a:solidFill>
                  <a:schemeClr val="tx1"/>
                </a:solidFill>
                <a:latin typeface="+mj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00293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1602317"/>
            <a:ext cx="11036459" cy="4519083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04792" indent="-228594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8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609585" indent="-220128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914377" indent="-146047">
              <a:buClr>
                <a:schemeClr val="tx1"/>
              </a:buClr>
              <a:buSzPct val="8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1214683" indent="-228548">
              <a:buClr>
                <a:schemeClr val="tx1"/>
              </a:buClr>
              <a:buSzPct val="8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1443231" indent="-224314">
              <a:buClr>
                <a:schemeClr val="tx1"/>
              </a:buClr>
              <a:buSzPct val="8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712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_Heav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11199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341155" y="1607864"/>
            <a:ext cx="5181600" cy="4110792"/>
          </a:xfrm>
          <a:prstGeom prst="rect">
            <a:avLst/>
          </a:prstGeom>
        </p:spPr>
        <p:txBody>
          <a:bodyPr lIns="0" tIns="45710" rIns="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1"/>
              </a:buClr>
              <a:buSzPct val="60000"/>
              <a:buFont typeface="Arial"/>
              <a:buChar char="•"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1"/>
              </a:buClr>
              <a:buSzPct val="60000"/>
              <a:buFont typeface="Arial"/>
              <a:buChar char="•"/>
              <a:defRPr sz="2400" b="0" i="0">
                <a:solidFill>
                  <a:schemeClr val="tx1"/>
                </a:solidFill>
                <a:latin typeface="+mn-lt"/>
                <a:cs typeface="CiscoSans ExtraLight"/>
              </a:defRPr>
            </a:lvl2pPr>
            <a:lvl3pPr marL="537620" indent="-152396">
              <a:buClr>
                <a:schemeClr val="tx1"/>
              </a:buClr>
              <a:buSzPct val="60000"/>
              <a:buFont typeface="Arial"/>
              <a:buChar char="•"/>
              <a:defRPr sz="2133" b="0" i="0">
                <a:solidFill>
                  <a:schemeClr val="tx1"/>
                </a:solidFill>
                <a:latin typeface="+mn-lt"/>
                <a:cs typeface="CiscoSans ExtraLight"/>
              </a:defRPr>
            </a:lvl3pPr>
            <a:lvl4pPr marL="690016" indent="-152396">
              <a:buClr>
                <a:schemeClr val="tx1"/>
              </a:buClr>
              <a:buSzPct val="60000"/>
              <a:buFont typeface="Arial"/>
              <a:buChar char="•"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4pPr>
            <a:lvl5pPr marL="842412" indent="-152396">
              <a:buClr>
                <a:schemeClr val="tx1"/>
              </a:buClr>
              <a:buSzPct val="60000"/>
              <a:buFont typeface="Arial"/>
              <a:buChar char="•"/>
              <a:defRPr sz="1600" b="0" i="0">
                <a:solidFill>
                  <a:schemeClr val="tx1"/>
                </a:solidFill>
                <a:latin typeface="+mn-l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525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291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174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711200" y="1797051"/>
            <a:ext cx="10820400" cy="3544971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667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Click icon to add table</a:t>
            </a:r>
            <a:endParaRPr lang="en-GB" noProof="0" dirty="0"/>
          </a:p>
        </p:txBody>
      </p:sp>
      <p:sp>
        <p:nvSpPr>
          <p:cNvPr id="6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733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0649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/>
          <p:cNvSpPr>
            <a:spLocks noGrp="1"/>
          </p:cNvSpPr>
          <p:nvPr>
            <p:ph type="chart" sz="quarter" idx="10"/>
          </p:nvPr>
        </p:nvSpPr>
        <p:spPr>
          <a:xfrm>
            <a:off x="711200" y="1602318"/>
            <a:ext cx="10820400" cy="3744383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6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dirty="0"/>
              <a:t>Click icon to add chart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583690" y="5530961"/>
            <a:ext cx="9573749" cy="434977"/>
          </a:xfrm>
          <a:prstGeom prst="rect">
            <a:avLst/>
          </a:prstGeom>
        </p:spPr>
        <p:txBody>
          <a:bodyPr wrap="square" lIns="91420" tIns="45710" rIns="91420" bIns="45710" anchor="b" anchorCtr="0">
            <a:noAutofit/>
          </a:bodyPr>
          <a:lstStyle>
            <a:lvl1pPr algn="l" defTabSz="804747">
              <a:lnSpc>
                <a:spcPct val="100000"/>
              </a:lnSpc>
              <a:spcBef>
                <a:spcPct val="50000"/>
              </a:spcBef>
              <a:buNone/>
              <a:defRPr sz="1867" b="0" i="0">
                <a:solidFill>
                  <a:schemeClr val="tx1"/>
                </a:solidFill>
                <a:latin typeface="+mn-lt"/>
                <a:cs typeface="CiscoSans ExtraLight"/>
              </a:defRPr>
            </a:lvl1pPr>
            <a:lvl2pPr>
              <a:buFont typeface="Arial" pitchFamily="34" charset="0"/>
              <a:buNone/>
              <a:defRPr sz="1467"/>
            </a:lvl2pPr>
            <a:lvl3pPr>
              <a:buFont typeface="Arial" pitchFamily="34" charset="0"/>
              <a:buNone/>
              <a:defRPr sz="1467"/>
            </a:lvl3pPr>
            <a:lvl4pPr>
              <a:buFont typeface="Arial" pitchFamily="34" charset="0"/>
              <a:buNone/>
              <a:defRPr sz="1467"/>
            </a:lvl4pPr>
            <a:lvl5pPr>
              <a:buFont typeface="Arial" pitchFamily="34" charset="0"/>
              <a:buNone/>
              <a:defRPr sz="1467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1907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32883" y="1797051"/>
            <a:ext cx="11040076" cy="4098595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380910" marR="0" indent="-380910" algn="ctr" defTabSz="60945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67" b="0" i="0" baseline="0">
                <a:solidFill>
                  <a:schemeClr val="tx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82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_Pag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16401" y="2220243"/>
            <a:ext cx="4882699" cy="39011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32828" indent="-156629">
              <a:lnSpc>
                <a:spcPct val="95000"/>
              </a:lnSpc>
              <a:spcBef>
                <a:spcPts val="1480"/>
              </a:spcBef>
              <a:buClr>
                <a:schemeClr val="tx2"/>
              </a:buClr>
              <a:buSzPct val="60000"/>
              <a:buFont typeface="Arial"/>
              <a:buChar char="•"/>
              <a:defRPr sz="2667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385224" indent="-152396">
              <a:lnSpc>
                <a:spcPct val="95000"/>
              </a:lnSpc>
              <a:spcBef>
                <a:spcPts val="600"/>
              </a:spcBef>
              <a:buClr>
                <a:schemeClr val="tx2"/>
              </a:buClr>
              <a:buSzPct val="60000"/>
              <a:buFont typeface="Arial"/>
              <a:buChar char="•"/>
              <a:defRPr sz="2400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537620" indent="-152396">
              <a:buClr>
                <a:schemeClr val="tx2"/>
              </a:buClr>
              <a:buSzPct val="60000"/>
              <a:buFont typeface="Arial"/>
              <a:buChar char="•"/>
              <a:defRPr sz="2133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690016" indent="-152396">
              <a:buClr>
                <a:schemeClr val="tx2"/>
              </a:buClr>
              <a:buSzPct val="60000"/>
              <a:buFont typeface="Arial"/>
              <a:buChar char="•"/>
              <a:defRPr sz="1867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4pPr>
            <a:lvl5pPr marL="842412" indent="-152396">
              <a:buClr>
                <a:schemeClr val="tx2"/>
              </a:buClr>
              <a:buSzPct val="60000"/>
              <a:buFont typeface="Arial"/>
              <a:buChar char="•"/>
              <a:defRPr sz="1600" b="0" i="0">
                <a:solidFill>
                  <a:schemeClr val="bg1">
                    <a:lumMod val="75000"/>
                  </a:schemeClr>
                </a:solidFill>
                <a:latin typeface="+mn-lt"/>
                <a:ea typeface="CiscoSansTT Thin" charset="0"/>
                <a:cs typeface="CiscoSansTT Thin" charset="0"/>
              </a:defRPr>
            </a:lvl5pPr>
          </a:lstStyle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455085"/>
            <a:ext cx="4915412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>
              <a:defRPr sz="4267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7578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54107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">
          <p15:clr>
            <a:srgbClr val="FBAE40"/>
          </p15:clr>
        </p15:guide>
        <p15:guide id="3" pos="259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Half_Pag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58801" y="2209800"/>
            <a:ext cx="5103284" cy="243840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709083"/>
            <a:ext cx="4734983" cy="5412316"/>
          </a:xfrm>
          <a:prstGeom prst="rect">
            <a:avLst/>
          </a:prstGeom>
        </p:spPr>
        <p:txBody>
          <a:bodyPr lIns="0" rIns="0" anchor="ctr" anchorCtr="0"/>
          <a:lstStyle>
            <a:lvl1pPr marL="226478" indent="-226478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>
                <a:tab pos="304792" algn="l"/>
              </a:tabLst>
              <a:defRPr sz="3200"/>
            </a:lvl1pPr>
            <a:lvl2pPr marL="461422" indent="-228594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3200"/>
            </a:lvl2pPr>
            <a:lvl3pPr marL="609585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667"/>
            </a:lvl3pPr>
            <a:lvl4pPr marL="766214" indent="-156629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tabLst/>
              <a:defRPr sz="2400"/>
            </a:lvl4pPr>
            <a:lvl5pPr marL="992693" indent="-150280">
              <a:lnSpc>
                <a:spcPct val="100000"/>
              </a:lnSpc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462238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51496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Half_Page_Text_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680720"/>
            <a:ext cx="5078396" cy="873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6796618" y="680720"/>
            <a:ext cx="4734983" cy="5440680"/>
          </a:xfrm>
          <a:prstGeom prst="rect">
            <a:avLst/>
          </a:prstGeom>
        </p:spPr>
        <p:txBody>
          <a:bodyPr lIns="0" rIns="0"/>
          <a:lstStyle>
            <a:lvl1pPr marL="152396" indent="-152396">
              <a:lnSpc>
                <a:spcPct val="100000"/>
              </a:lnSpc>
              <a:buClr>
                <a:schemeClr val="tx1"/>
              </a:buClr>
              <a:buSzPct val="60000"/>
              <a:defRPr sz="2667"/>
            </a:lvl1pPr>
            <a:lvl2pPr marL="304792" indent="-152396">
              <a:lnSpc>
                <a:spcPct val="100000"/>
              </a:lnSpc>
              <a:buClr>
                <a:schemeClr val="tx1"/>
              </a:buClr>
              <a:buSzPct val="60000"/>
              <a:defRPr sz="2667"/>
            </a:lvl2pPr>
            <a:lvl3pPr marL="457189" indent="-152396">
              <a:lnSpc>
                <a:spcPct val="100000"/>
              </a:lnSpc>
              <a:buClr>
                <a:schemeClr val="tx1"/>
              </a:buClr>
              <a:buSzPct val="60000"/>
              <a:defRPr sz="2400"/>
            </a:lvl3pPr>
            <a:lvl4pPr marL="609585" indent="-165096">
              <a:lnSpc>
                <a:spcPct val="100000"/>
              </a:lnSpc>
              <a:buClr>
                <a:schemeClr val="tx1"/>
              </a:buClr>
              <a:buSzPct val="60000"/>
              <a:defRPr sz="2133"/>
            </a:lvl4pPr>
            <a:lvl5pPr marL="766214" indent="-156629">
              <a:lnSpc>
                <a:spcPct val="100000"/>
              </a:lnSpc>
              <a:buClr>
                <a:schemeClr val="tx1"/>
              </a:buClr>
              <a:buSzPct val="60000"/>
              <a:defRPr sz="2133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583689" y="2213123"/>
            <a:ext cx="5078396" cy="3908277"/>
          </a:xfrm>
          <a:prstGeom prst="rect">
            <a:avLst/>
          </a:prstGeom>
        </p:spPr>
        <p:txBody>
          <a:bodyPr/>
          <a:lstStyle>
            <a:lvl1pPr marL="152396" indent="-152396">
              <a:buClr>
                <a:schemeClr val="tx2"/>
              </a:buClr>
              <a:buSzPct val="60000"/>
              <a:defRPr lang="en-US" sz="2667" kern="1200" dirty="0" smtClean="0">
                <a:solidFill>
                  <a:schemeClr val="bg1">
                    <a:lumMod val="75000"/>
                  </a:schemeClr>
                </a:solidFill>
                <a:latin typeface="+mn-lt"/>
                <a:ea typeface="ＭＳ Ｐゴシック" charset="0"/>
                <a:cs typeface="CiscoSans"/>
              </a:defRPr>
            </a:lvl1pPr>
            <a:lvl2pPr marL="304792" indent="-152396">
              <a:buClr>
                <a:schemeClr val="tx2"/>
              </a:buClr>
              <a:buSzPct val="60000"/>
              <a:defRPr sz="2667">
                <a:solidFill>
                  <a:schemeClr val="bg1">
                    <a:lumMod val="75000"/>
                  </a:schemeClr>
                </a:solidFill>
              </a:defRPr>
            </a:lvl2pPr>
            <a:lvl3pPr marL="457189" indent="-152396">
              <a:buClr>
                <a:schemeClr val="tx2"/>
              </a:buClr>
              <a:buSzPct val="60000"/>
              <a:defRPr sz="2400">
                <a:solidFill>
                  <a:schemeClr val="bg1">
                    <a:lumMod val="75000"/>
                  </a:schemeClr>
                </a:solidFill>
              </a:defRPr>
            </a:lvl3pPr>
            <a:lvl4pPr marL="609585" indent="-165096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</a:defRPr>
            </a:lvl4pPr>
            <a:lvl5pPr marL="766214" indent="-156629">
              <a:buClr>
                <a:schemeClr val="tx2"/>
              </a:buClr>
              <a:buSzPct val="60000"/>
              <a:defRPr sz="2133"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47895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30054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67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Half_Page_Picture_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4486461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6786034" y="5416468"/>
            <a:ext cx="4745567" cy="7001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67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381755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73603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Half_Page_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tx2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786034" y="709084"/>
            <a:ext cx="4745567" cy="541231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351456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03050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2" pos="26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Half_Page_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>
              <a:solidFill>
                <a:schemeClr val="bg1"/>
              </a:solidFill>
            </a:endParaRPr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3929119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991159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Half_Page_Picture_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6106790" y="0"/>
            <a:ext cx="608520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399267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986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3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Half_Pag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6" name="Chart Placeholder 5"/>
          <p:cNvSpPr>
            <a:spLocks noGrp="1"/>
          </p:cNvSpPr>
          <p:nvPr>
            <p:ph type="chart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239895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900867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Half_Page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6106789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67" dirty="0"/>
          </a:p>
        </p:txBody>
      </p:sp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9" y="2212975"/>
            <a:ext cx="5078396" cy="24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912261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GB" sz="4267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ＭＳ Ｐゴシック" charset="0"/>
                <a:cs typeface="Tipo de letra del sistema Fina" charset="0"/>
              </a:defRPr>
            </a:lvl1pPr>
          </a:lstStyle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10"/>
          </p:nvPr>
        </p:nvSpPr>
        <p:spPr>
          <a:xfrm>
            <a:off x="6786034" y="670984"/>
            <a:ext cx="4745567" cy="5450416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 userDrawn="1"/>
        </p:nvSpPr>
        <p:spPr bwMode="ltGray">
          <a:xfrm>
            <a:off x="636905" y="6322205"/>
            <a:ext cx="454270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algn="l" defTabSz="814305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kern="1200" spc="27" baseline="0" dirty="0">
                <a:solidFill>
                  <a:schemeClr val="accent1">
                    <a:lumMod val="7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33275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4">
          <p15:clr>
            <a:srgbClr val="FBAE40"/>
          </p15:clr>
        </p15:guide>
        <p15:guide id="3" orient="horz" pos="2196">
          <p15:clr>
            <a:srgbClr val="FBAE40"/>
          </p15:clr>
        </p15:guide>
        <p15:guide id="4" pos="2675">
          <p15:clr>
            <a:srgbClr val="FBAE40"/>
          </p15:clr>
        </p15:guide>
        <p15:guide id="7" pos="3206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Freeform 6"/>
          <p:cNvSpPr>
            <a:spLocks noChangeAspect="1" noEditPoints="1"/>
          </p:cNvSpPr>
          <p:nvPr userDrawn="1"/>
        </p:nvSpPr>
        <p:spPr bwMode="auto">
          <a:xfrm>
            <a:off x="5017326" y="2838769"/>
            <a:ext cx="2157349" cy="1146095"/>
          </a:xfrm>
          <a:custGeom>
            <a:avLst/>
            <a:gdLst>
              <a:gd name="T0" fmla="*/ 2671 w 3456"/>
              <a:gd name="T1" fmla="*/ 1521 h 1834"/>
              <a:gd name="T2" fmla="*/ 2857 w 3456"/>
              <a:gd name="T3" fmla="*/ 1677 h 1834"/>
              <a:gd name="T4" fmla="*/ 2975 w 3456"/>
              <a:gd name="T5" fmla="*/ 1465 h 1834"/>
              <a:gd name="T6" fmla="*/ 1129 w 3456"/>
              <a:gd name="T7" fmla="*/ 1823 h 1834"/>
              <a:gd name="T8" fmla="*/ 3082 w 3456"/>
              <a:gd name="T9" fmla="*/ 1330 h 1834"/>
              <a:gd name="T10" fmla="*/ 3082 w 3456"/>
              <a:gd name="T11" fmla="*/ 1712 h 1834"/>
              <a:gd name="T12" fmla="*/ 2700 w 3456"/>
              <a:gd name="T13" fmla="*/ 1809 h 1834"/>
              <a:gd name="T14" fmla="*/ 2513 w 3456"/>
              <a:gd name="T15" fmla="*/ 1479 h 1834"/>
              <a:gd name="T16" fmla="*/ 2783 w 3456"/>
              <a:gd name="T17" fmla="*/ 1211 h 1834"/>
              <a:gd name="T18" fmla="*/ 2351 w 3456"/>
              <a:gd name="T19" fmla="*/ 1392 h 1834"/>
              <a:gd name="T20" fmla="*/ 2136 w 3456"/>
              <a:gd name="T21" fmla="*/ 1381 h 1834"/>
              <a:gd name="T22" fmla="*/ 2093 w 3456"/>
              <a:gd name="T23" fmla="*/ 1625 h 1834"/>
              <a:gd name="T24" fmla="*/ 2335 w 3456"/>
              <a:gd name="T25" fmla="*/ 1658 h 1834"/>
              <a:gd name="T26" fmla="*/ 2174 w 3456"/>
              <a:gd name="T27" fmla="*/ 1832 h 1834"/>
              <a:gd name="T28" fmla="*/ 1903 w 3456"/>
              <a:gd name="T29" fmla="*/ 1605 h 1834"/>
              <a:gd name="T30" fmla="*/ 2047 w 3456"/>
              <a:gd name="T31" fmla="*/ 1249 h 1834"/>
              <a:gd name="T32" fmla="*/ 748 w 3456"/>
              <a:gd name="T33" fmla="*/ 1223 h 1834"/>
              <a:gd name="T34" fmla="*/ 642 w 3456"/>
              <a:gd name="T35" fmla="*/ 1359 h 1834"/>
              <a:gd name="T36" fmla="*/ 479 w 3456"/>
              <a:gd name="T37" fmla="*/ 1550 h 1834"/>
              <a:gd name="T38" fmla="*/ 697 w 3456"/>
              <a:gd name="T39" fmla="*/ 1676 h 1834"/>
              <a:gd name="T40" fmla="*/ 692 w 3456"/>
              <a:gd name="T41" fmla="*/ 1830 h 1834"/>
              <a:gd name="T42" fmla="*/ 370 w 3456"/>
              <a:gd name="T43" fmla="*/ 1710 h 1834"/>
              <a:gd name="T44" fmla="*/ 375 w 3456"/>
              <a:gd name="T45" fmla="*/ 1326 h 1834"/>
              <a:gd name="T46" fmla="*/ 1610 w 3456"/>
              <a:gd name="T47" fmla="*/ 1211 h 1834"/>
              <a:gd name="T48" fmla="*/ 1679 w 3456"/>
              <a:gd name="T49" fmla="*/ 1350 h 1834"/>
              <a:gd name="T50" fmla="*/ 1494 w 3456"/>
              <a:gd name="T51" fmla="*/ 1373 h 1834"/>
              <a:gd name="T52" fmla="*/ 1634 w 3456"/>
              <a:gd name="T53" fmla="*/ 1470 h 1834"/>
              <a:gd name="T54" fmla="*/ 1737 w 3456"/>
              <a:gd name="T55" fmla="*/ 1694 h 1834"/>
              <a:gd name="T56" fmla="*/ 1524 w 3456"/>
              <a:gd name="T57" fmla="*/ 1833 h 1834"/>
              <a:gd name="T58" fmla="*/ 1334 w 3456"/>
              <a:gd name="T59" fmla="*/ 1678 h 1834"/>
              <a:gd name="T60" fmla="*/ 1552 w 3456"/>
              <a:gd name="T61" fmla="*/ 1690 h 1834"/>
              <a:gd name="T62" fmla="*/ 1520 w 3456"/>
              <a:gd name="T63" fmla="*/ 1584 h 1834"/>
              <a:gd name="T64" fmla="*/ 1350 w 3456"/>
              <a:gd name="T65" fmla="*/ 1473 h 1834"/>
              <a:gd name="T66" fmla="*/ 1446 w 3456"/>
              <a:gd name="T67" fmla="*/ 1227 h 1834"/>
              <a:gd name="T68" fmla="*/ 3456 w 3456"/>
              <a:gd name="T69" fmla="*/ 569 h 1834"/>
              <a:gd name="T70" fmla="*/ 3328 w 3456"/>
              <a:gd name="T71" fmla="*/ 780 h 1834"/>
              <a:gd name="T72" fmla="*/ 3381 w 3456"/>
              <a:gd name="T73" fmla="*/ 493 h 1834"/>
              <a:gd name="T74" fmla="*/ 1793 w 3456"/>
              <a:gd name="T75" fmla="*/ 766 h 1834"/>
              <a:gd name="T76" fmla="*/ 1653 w 3456"/>
              <a:gd name="T77" fmla="*/ 727 h 1834"/>
              <a:gd name="T78" fmla="*/ 113 w 3456"/>
              <a:gd name="T79" fmla="*/ 503 h 1834"/>
              <a:gd name="T80" fmla="*/ 95 w 3456"/>
              <a:gd name="T81" fmla="*/ 801 h 1834"/>
              <a:gd name="T82" fmla="*/ 10 w 3456"/>
              <a:gd name="T83" fmla="*/ 531 h 1834"/>
              <a:gd name="T84" fmla="*/ 3040 w 3456"/>
              <a:gd name="T85" fmla="*/ 340 h 1834"/>
              <a:gd name="T86" fmla="*/ 2929 w 3456"/>
              <a:gd name="T87" fmla="*/ 793 h 1834"/>
              <a:gd name="T88" fmla="*/ 2947 w 3456"/>
              <a:gd name="T89" fmla="*/ 287 h 1834"/>
              <a:gd name="T90" fmla="*/ 2214 w 3456"/>
              <a:gd name="T91" fmla="*/ 748 h 1834"/>
              <a:gd name="T92" fmla="*/ 2069 w 3456"/>
              <a:gd name="T93" fmla="*/ 748 h 1834"/>
              <a:gd name="T94" fmla="*/ 1335 w 3456"/>
              <a:gd name="T95" fmla="*/ 287 h 1834"/>
              <a:gd name="T96" fmla="*/ 1353 w 3456"/>
              <a:gd name="T97" fmla="*/ 793 h 1834"/>
              <a:gd name="T98" fmla="*/ 1242 w 3456"/>
              <a:gd name="T99" fmla="*/ 340 h 1834"/>
              <a:gd name="T100" fmla="*/ 553 w 3456"/>
              <a:gd name="T101" fmla="*/ 322 h 1834"/>
              <a:gd name="T102" fmla="*/ 468 w 3456"/>
              <a:gd name="T103" fmla="*/ 801 h 1834"/>
              <a:gd name="T104" fmla="*/ 450 w 3456"/>
              <a:gd name="T105" fmla="*/ 295 h 1834"/>
              <a:gd name="T106" fmla="*/ 2630 w 3456"/>
              <a:gd name="T107" fmla="*/ 879 h 1834"/>
              <a:gd name="T108" fmla="*/ 2490 w 3456"/>
              <a:gd name="T109" fmla="*/ 917 h 1834"/>
              <a:gd name="T110" fmla="*/ 902 w 3456"/>
              <a:gd name="T111" fmla="*/ 0 h 1834"/>
              <a:gd name="T112" fmla="*/ 955 w 3456"/>
              <a:gd name="T113" fmla="*/ 931 h 1834"/>
              <a:gd name="T114" fmla="*/ 826 w 3456"/>
              <a:gd name="T115" fmla="*/ 75 h 18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56" h="1834">
                <a:moveTo>
                  <a:pt x="2828" y="1362"/>
                </a:moveTo>
                <a:lnTo>
                  <a:pt x="2798" y="1364"/>
                </a:lnTo>
                <a:lnTo>
                  <a:pt x="2771" y="1371"/>
                </a:lnTo>
                <a:lnTo>
                  <a:pt x="2747" y="1384"/>
                </a:lnTo>
                <a:lnTo>
                  <a:pt x="2725" y="1400"/>
                </a:lnTo>
                <a:lnTo>
                  <a:pt x="2706" y="1419"/>
                </a:lnTo>
                <a:lnTo>
                  <a:pt x="2691" y="1441"/>
                </a:lnTo>
                <a:lnTo>
                  <a:pt x="2680" y="1465"/>
                </a:lnTo>
                <a:lnTo>
                  <a:pt x="2674" y="1492"/>
                </a:lnTo>
                <a:lnTo>
                  <a:pt x="2671" y="1521"/>
                </a:lnTo>
                <a:lnTo>
                  <a:pt x="2674" y="1549"/>
                </a:lnTo>
                <a:lnTo>
                  <a:pt x="2680" y="1577"/>
                </a:lnTo>
                <a:lnTo>
                  <a:pt x="2691" y="1601"/>
                </a:lnTo>
                <a:lnTo>
                  <a:pt x="2706" y="1623"/>
                </a:lnTo>
                <a:lnTo>
                  <a:pt x="2725" y="1642"/>
                </a:lnTo>
                <a:lnTo>
                  <a:pt x="2747" y="1658"/>
                </a:lnTo>
                <a:lnTo>
                  <a:pt x="2771" y="1669"/>
                </a:lnTo>
                <a:lnTo>
                  <a:pt x="2798" y="1677"/>
                </a:lnTo>
                <a:lnTo>
                  <a:pt x="2828" y="1680"/>
                </a:lnTo>
                <a:lnTo>
                  <a:pt x="2857" y="1677"/>
                </a:lnTo>
                <a:lnTo>
                  <a:pt x="2883" y="1669"/>
                </a:lnTo>
                <a:lnTo>
                  <a:pt x="2908" y="1658"/>
                </a:lnTo>
                <a:lnTo>
                  <a:pt x="2930" y="1642"/>
                </a:lnTo>
                <a:lnTo>
                  <a:pt x="2948" y="1623"/>
                </a:lnTo>
                <a:lnTo>
                  <a:pt x="2964" y="1601"/>
                </a:lnTo>
                <a:lnTo>
                  <a:pt x="2975" y="1577"/>
                </a:lnTo>
                <a:lnTo>
                  <a:pt x="2982" y="1549"/>
                </a:lnTo>
                <a:lnTo>
                  <a:pt x="2985" y="1521"/>
                </a:lnTo>
                <a:lnTo>
                  <a:pt x="2982" y="1492"/>
                </a:lnTo>
                <a:lnTo>
                  <a:pt x="2975" y="1465"/>
                </a:lnTo>
                <a:lnTo>
                  <a:pt x="2964" y="1441"/>
                </a:lnTo>
                <a:lnTo>
                  <a:pt x="2948" y="1419"/>
                </a:lnTo>
                <a:lnTo>
                  <a:pt x="2930" y="1400"/>
                </a:lnTo>
                <a:lnTo>
                  <a:pt x="2908" y="1384"/>
                </a:lnTo>
                <a:lnTo>
                  <a:pt x="2883" y="1371"/>
                </a:lnTo>
                <a:lnTo>
                  <a:pt x="2857" y="1364"/>
                </a:lnTo>
                <a:lnTo>
                  <a:pt x="2828" y="1362"/>
                </a:lnTo>
                <a:close/>
                <a:moveTo>
                  <a:pt x="977" y="1218"/>
                </a:moveTo>
                <a:lnTo>
                  <a:pt x="1129" y="1218"/>
                </a:lnTo>
                <a:lnTo>
                  <a:pt x="1129" y="1823"/>
                </a:lnTo>
                <a:lnTo>
                  <a:pt x="977" y="1823"/>
                </a:lnTo>
                <a:lnTo>
                  <a:pt x="977" y="1218"/>
                </a:lnTo>
                <a:close/>
                <a:moveTo>
                  <a:pt x="2828" y="1208"/>
                </a:moveTo>
                <a:lnTo>
                  <a:pt x="2873" y="1211"/>
                </a:lnTo>
                <a:lnTo>
                  <a:pt x="2916" y="1219"/>
                </a:lnTo>
                <a:lnTo>
                  <a:pt x="2955" y="1232"/>
                </a:lnTo>
                <a:lnTo>
                  <a:pt x="2992" y="1251"/>
                </a:lnTo>
                <a:lnTo>
                  <a:pt x="3026" y="1273"/>
                </a:lnTo>
                <a:lnTo>
                  <a:pt x="3056" y="1299"/>
                </a:lnTo>
                <a:lnTo>
                  <a:pt x="3082" y="1330"/>
                </a:lnTo>
                <a:lnTo>
                  <a:pt x="3104" y="1363"/>
                </a:lnTo>
                <a:lnTo>
                  <a:pt x="3121" y="1398"/>
                </a:lnTo>
                <a:lnTo>
                  <a:pt x="3134" y="1437"/>
                </a:lnTo>
                <a:lnTo>
                  <a:pt x="3142" y="1479"/>
                </a:lnTo>
                <a:lnTo>
                  <a:pt x="3145" y="1521"/>
                </a:lnTo>
                <a:lnTo>
                  <a:pt x="3142" y="1563"/>
                </a:lnTo>
                <a:lnTo>
                  <a:pt x="3134" y="1604"/>
                </a:lnTo>
                <a:lnTo>
                  <a:pt x="3121" y="1642"/>
                </a:lnTo>
                <a:lnTo>
                  <a:pt x="3104" y="1679"/>
                </a:lnTo>
                <a:lnTo>
                  <a:pt x="3082" y="1712"/>
                </a:lnTo>
                <a:lnTo>
                  <a:pt x="3056" y="1742"/>
                </a:lnTo>
                <a:lnTo>
                  <a:pt x="3026" y="1769"/>
                </a:lnTo>
                <a:lnTo>
                  <a:pt x="2992" y="1791"/>
                </a:lnTo>
                <a:lnTo>
                  <a:pt x="2955" y="1809"/>
                </a:lnTo>
                <a:lnTo>
                  <a:pt x="2916" y="1822"/>
                </a:lnTo>
                <a:lnTo>
                  <a:pt x="2873" y="1831"/>
                </a:lnTo>
                <a:lnTo>
                  <a:pt x="2828" y="1834"/>
                </a:lnTo>
                <a:lnTo>
                  <a:pt x="2783" y="1831"/>
                </a:lnTo>
                <a:lnTo>
                  <a:pt x="2740" y="1822"/>
                </a:lnTo>
                <a:lnTo>
                  <a:pt x="2700" y="1809"/>
                </a:lnTo>
                <a:lnTo>
                  <a:pt x="2663" y="1791"/>
                </a:lnTo>
                <a:lnTo>
                  <a:pt x="2630" y="1769"/>
                </a:lnTo>
                <a:lnTo>
                  <a:pt x="2599" y="1742"/>
                </a:lnTo>
                <a:lnTo>
                  <a:pt x="2573" y="1712"/>
                </a:lnTo>
                <a:lnTo>
                  <a:pt x="2551" y="1679"/>
                </a:lnTo>
                <a:lnTo>
                  <a:pt x="2534" y="1642"/>
                </a:lnTo>
                <a:lnTo>
                  <a:pt x="2521" y="1604"/>
                </a:lnTo>
                <a:lnTo>
                  <a:pt x="2513" y="1563"/>
                </a:lnTo>
                <a:lnTo>
                  <a:pt x="2510" y="1521"/>
                </a:lnTo>
                <a:lnTo>
                  <a:pt x="2513" y="1479"/>
                </a:lnTo>
                <a:lnTo>
                  <a:pt x="2521" y="1437"/>
                </a:lnTo>
                <a:lnTo>
                  <a:pt x="2534" y="1398"/>
                </a:lnTo>
                <a:lnTo>
                  <a:pt x="2551" y="1363"/>
                </a:lnTo>
                <a:lnTo>
                  <a:pt x="2573" y="1330"/>
                </a:lnTo>
                <a:lnTo>
                  <a:pt x="2599" y="1299"/>
                </a:lnTo>
                <a:lnTo>
                  <a:pt x="2630" y="1273"/>
                </a:lnTo>
                <a:lnTo>
                  <a:pt x="2663" y="1251"/>
                </a:lnTo>
                <a:lnTo>
                  <a:pt x="2700" y="1232"/>
                </a:lnTo>
                <a:lnTo>
                  <a:pt x="2740" y="1219"/>
                </a:lnTo>
                <a:lnTo>
                  <a:pt x="2783" y="1211"/>
                </a:lnTo>
                <a:lnTo>
                  <a:pt x="2828" y="1208"/>
                </a:lnTo>
                <a:close/>
                <a:moveTo>
                  <a:pt x="2213" y="1208"/>
                </a:moveTo>
                <a:lnTo>
                  <a:pt x="2242" y="1209"/>
                </a:lnTo>
                <a:lnTo>
                  <a:pt x="2268" y="1211"/>
                </a:lnTo>
                <a:lnTo>
                  <a:pt x="2292" y="1215"/>
                </a:lnTo>
                <a:lnTo>
                  <a:pt x="2312" y="1219"/>
                </a:lnTo>
                <a:lnTo>
                  <a:pt x="2329" y="1223"/>
                </a:lnTo>
                <a:lnTo>
                  <a:pt x="2343" y="1227"/>
                </a:lnTo>
                <a:lnTo>
                  <a:pt x="2351" y="1230"/>
                </a:lnTo>
                <a:lnTo>
                  <a:pt x="2351" y="1392"/>
                </a:lnTo>
                <a:lnTo>
                  <a:pt x="2346" y="1389"/>
                </a:lnTo>
                <a:lnTo>
                  <a:pt x="2335" y="1384"/>
                </a:lnTo>
                <a:lnTo>
                  <a:pt x="2321" y="1377"/>
                </a:lnTo>
                <a:lnTo>
                  <a:pt x="2302" y="1371"/>
                </a:lnTo>
                <a:lnTo>
                  <a:pt x="2279" y="1365"/>
                </a:lnTo>
                <a:lnTo>
                  <a:pt x="2253" y="1360"/>
                </a:lnTo>
                <a:lnTo>
                  <a:pt x="2223" y="1359"/>
                </a:lnTo>
                <a:lnTo>
                  <a:pt x="2192" y="1362"/>
                </a:lnTo>
                <a:lnTo>
                  <a:pt x="2163" y="1369"/>
                </a:lnTo>
                <a:lnTo>
                  <a:pt x="2136" y="1381"/>
                </a:lnTo>
                <a:lnTo>
                  <a:pt x="2113" y="1396"/>
                </a:lnTo>
                <a:lnTo>
                  <a:pt x="2095" y="1415"/>
                </a:lnTo>
                <a:lnTo>
                  <a:pt x="2079" y="1437"/>
                </a:lnTo>
                <a:lnTo>
                  <a:pt x="2067" y="1463"/>
                </a:lnTo>
                <a:lnTo>
                  <a:pt x="2060" y="1490"/>
                </a:lnTo>
                <a:lnTo>
                  <a:pt x="2058" y="1521"/>
                </a:lnTo>
                <a:lnTo>
                  <a:pt x="2060" y="1550"/>
                </a:lnTo>
                <a:lnTo>
                  <a:pt x="2066" y="1578"/>
                </a:lnTo>
                <a:lnTo>
                  <a:pt x="2078" y="1602"/>
                </a:lnTo>
                <a:lnTo>
                  <a:pt x="2093" y="1625"/>
                </a:lnTo>
                <a:lnTo>
                  <a:pt x="2112" y="1644"/>
                </a:lnTo>
                <a:lnTo>
                  <a:pt x="2135" y="1660"/>
                </a:lnTo>
                <a:lnTo>
                  <a:pt x="2162" y="1672"/>
                </a:lnTo>
                <a:lnTo>
                  <a:pt x="2191" y="1679"/>
                </a:lnTo>
                <a:lnTo>
                  <a:pt x="2223" y="1682"/>
                </a:lnTo>
                <a:lnTo>
                  <a:pt x="2253" y="1680"/>
                </a:lnTo>
                <a:lnTo>
                  <a:pt x="2279" y="1676"/>
                </a:lnTo>
                <a:lnTo>
                  <a:pt x="2301" y="1671"/>
                </a:lnTo>
                <a:lnTo>
                  <a:pt x="2321" y="1664"/>
                </a:lnTo>
                <a:lnTo>
                  <a:pt x="2335" y="1658"/>
                </a:lnTo>
                <a:lnTo>
                  <a:pt x="2346" y="1653"/>
                </a:lnTo>
                <a:lnTo>
                  <a:pt x="2351" y="1649"/>
                </a:lnTo>
                <a:lnTo>
                  <a:pt x="2351" y="1812"/>
                </a:lnTo>
                <a:lnTo>
                  <a:pt x="2339" y="1816"/>
                </a:lnTo>
                <a:lnTo>
                  <a:pt x="2322" y="1820"/>
                </a:lnTo>
                <a:lnTo>
                  <a:pt x="2300" y="1826"/>
                </a:lnTo>
                <a:lnTo>
                  <a:pt x="2275" y="1830"/>
                </a:lnTo>
                <a:lnTo>
                  <a:pt x="2245" y="1833"/>
                </a:lnTo>
                <a:lnTo>
                  <a:pt x="2213" y="1834"/>
                </a:lnTo>
                <a:lnTo>
                  <a:pt x="2174" y="1832"/>
                </a:lnTo>
                <a:lnTo>
                  <a:pt x="2136" y="1826"/>
                </a:lnTo>
                <a:lnTo>
                  <a:pt x="2100" y="1815"/>
                </a:lnTo>
                <a:lnTo>
                  <a:pt x="2065" y="1801"/>
                </a:lnTo>
                <a:lnTo>
                  <a:pt x="2033" y="1783"/>
                </a:lnTo>
                <a:lnTo>
                  <a:pt x="2002" y="1762"/>
                </a:lnTo>
                <a:lnTo>
                  <a:pt x="1975" y="1737"/>
                </a:lnTo>
                <a:lnTo>
                  <a:pt x="1952" y="1710"/>
                </a:lnTo>
                <a:lnTo>
                  <a:pt x="1931" y="1678"/>
                </a:lnTo>
                <a:lnTo>
                  <a:pt x="1915" y="1643"/>
                </a:lnTo>
                <a:lnTo>
                  <a:pt x="1903" y="1605"/>
                </a:lnTo>
                <a:lnTo>
                  <a:pt x="1896" y="1564"/>
                </a:lnTo>
                <a:lnTo>
                  <a:pt x="1892" y="1521"/>
                </a:lnTo>
                <a:lnTo>
                  <a:pt x="1896" y="1477"/>
                </a:lnTo>
                <a:lnTo>
                  <a:pt x="1904" y="1434"/>
                </a:lnTo>
                <a:lnTo>
                  <a:pt x="1917" y="1395"/>
                </a:lnTo>
                <a:lnTo>
                  <a:pt x="1934" y="1359"/>
                </a:lnTo>
                <a:lnTo>
                  <a:pt x="1957" y="1326"/>
                </a:lnTo>
                <a:lnTo>
                  <a:pt x="1984" y="1296"/>
                </a:lnTo>
                <a:lnTo>
                  <a:pt x="2014" y="1271"/>
                </a:lnTo>
                <a:lnTo>
                  <a:pt x="2047" y="1249"/>
                </a:lnTo>
                <a:lnTo>
                  <a:pt x="2085" y="1231"/>
                </a:lnTo>
                <a:lnTo>
                  <a:pt x="2125" y="1218"/>
                </a:lnTo>
                <a:lnTo>
                  <a:pt x="2168" y="1211"/>
                </a:lnTo>
                <a:lnTo>
                  <a:pt x="2213" y="1208"/>
                </a:lnTo>
                <a:close/>
                <a:moveTo>
                  <a:pt x="630" y="1208"/>
                </a:moveTo>
                <a:lnTo>
                  <a:pt x="660" y="1209"/>
                </a:lnTo>
                <a:lnTo>
                  <a:pt x="687" y="1211"/>
                </a:lnTo>
                <a:lnTo>
                  <a:pt x="711" y="1215"/>
                </a:lnTo>
                <a:lnTo>
                  <a:pt x="731" y="1219"/>
                </a:lnTo>
                <a:lnTo>
                  <a:pt x="748" y="1223"/>
                </a:lnTo>
                <a:lnTo>
                  <a:pt x="760" y="1227"/>
                </a:lnTo>
                <a:lnTo>
                  <a:pt x="769" y="1230"/>
                </a:lnTo>
                <a:lnTo>
                  <a:pt x="769" y="1392"/>
                </a:lnTo>
                <a:lnTo>
                  <a:pt x="763" y="1389"/>
                </a:lnTo>
                <a:lnTo>
                  <a:pt x="754" y="1384"/>
                </a:lnTo>
                <a:lnTo>
                  <a:pt x="739" y="1377"/>
                </a:lnTo>
                <a:lnTo>
                  <a:pt x="721" y="1371"/>
                </a:lnTo>
                <a:lnTo>
                  <a:pt x="697" y="1365"/>
                </a:lnTo>
                <a:lnTo>
                  <a:pt x="671" y="1360"/>
                </a:lnTo>
                <a:lnTo>
                  <a:pt x="642" y="1359"/>
                </a:lnTo>
                <a:lnTo>
                  <a:pt x="611" y="1362"/>
                </a:lnTo>
                <a:lnTo>
                  <a:pt x="581" y="1369"/>
                </a:lnTo>
                <a:lnTo>
                  <a:pt x="555" y="1381"/>
                </a:lnTo>
                <a:lnTo>
                  <a:pt x="532" y="1396"/>
                </a:lnTo>
                <a:lnTo>
                  <a:pt x="513" y="1415"/>
                </a:lnTo>
                <a:lnTo>
                  <a:pt x="497" y="1437"/>
                </a:lnTo>
                <a:lnTo>
                  <a:pt x="485" y="1463"/>
                </a:lnTo>
                <a:lnTo>
                  <a:pt x="479" y="1490"/>
                </a:lnTo>
                <a:lnTo>
                  <a:pt x="475" y="1521"/>
                </a:lnTo>
                <a:lnTo>
                  <a:pt x="479" y="1550"/>
                </a:lnTo>
                <a:lnTo>
                  <a:pt x="485" y="1578"/>
                </a:lnTo>
                <a:lnTo>
                  <a:pt x="496" y="1602"/>
                </a:lnTo>
                <a:lnTo>
                  <a:pt x="512" y="1625"/>
                </a:lnTo>
                <a:lnTo>
                  <a:pt x="531" y="1644"/>
                </a:lnTo>
                <a:lnTo>
                  <a:pt x="554" y="1660"/>
                </a:lnTo>
                <a:lnTo>
                  <a:pt x="580" y="1672"/>
                </a:lnTo>
                <a:lnTo>
                  <a:pt x="610" y="1679"/>
                </a:lnTo>
                <a:lnTo>
                  <a:pt x="642" y="1682"/>
                </a:lnTo>
                <a:lnTo>
                  <a:pt x="671" y="1680"/>
                </a:lnTo>
                <a:lnTo>
                  <a:pt x="697" y="1676"/>
                </a:lnTo>
                <a:lnTo>
                  <a:pt x="719" y="1671"/>
                </a:lnTo>
                <a:lnTo>
                  <a:pt x="738" y="1664"/>
                </a:lnTo>
                <a:lnTo>
                  <a:pt x="753" y="1658"/>
                </a:lnTo>
                <a:lnTo>
                  <a:pt x="763" y="1653"/>
                </a:lnTo>
                <a:lnTo>
                  <a:pt x="769" y="1649"/>
                </a:lnTo>
                <a:lnTo>
                  <a:pt x="769" y="1812"/>
                </a:lnTo>
                <a:lnTo>
                  <a:pt x="757" y="1816"/>
                </a:lnTo>
                <a:lnTo>
                  <a:pt x="740" y="1820"/>
                </a:lnTo>
                <a:lnTo>
                  <a:pt x="718" y="1826"/>
                </a:lnTo>
                <a:lnTo>
                  <a:pt x="692" y="1830"/>
                </a:lnTo>
                <a:lnTo>
                  <a:pt x="663" y="1833"/>
                </a:lnTo>
                <a:lnTo>
                  <a:pt x="630" y="1834"/>
                </a:lnTo>
                <a:lnTo>
                  <a:pt x="592" y="1832"/>
                </a:lnTo>
                <a:lnTo>
                  <a:pt x="554" y="1826"/>
                </a:lnTo>
                <a:lnTo>
                  <a:pt x="518" y="1815"/>
                </a:lnTo>
                <a:lnTo>
                  <a:pt x="484" y="1801"/>
                </a:lnTo>
                <a:lnTo>
                  <a:pt x="451" y="1783"/>
                </a:lnTo>
                <a:lnTo>
                  <a:pt x="421" y="1762"/>
                </a:lnTo>
                <a:lnTo>
                  <a:pt x="394" y="1737"/>
                </a:lnTo>
                <a:lnTo>
                  <a:pt x="370" y="1710"/>
                </a:lnTo>
                <a:lnTo>
                  <a:pt x="350" y="1678"/>
                </a:lnTo>
                <a:lnTo>
                  <a:pt x="333" y="1643"/>
                </a:lnTo>
                <a:lnTo>
                  <a:pt x="322" y="1605"/>
                </a:lnTo>
                <a:lnTo>
                  <a:pt x="314" y="1564"/>
                </a:lnTo>
                <a:lnTo>
                  <a:pt x="311" y="1521"/>
                </a:lnTo>
                <a:lnTo>
                  <a:pt x="314" y="1477"/>
                </a:lnTo>
                <a:lnTo>
                  <a:pt x="323" y="1434"/>
                </a:lnTo>
                <a:lnTo>
                  <a:pt x="335" y="1395"/>
                </a:lnTo>
                <a:lnTo>
                  <a:pt x="353" y="1359"/>
                </a:lnTo>
                <a:lnTo>
                  <a:pt x="375" y="1326"/>
                </a:lnTo>
                <a:lnTo>
                  <a:pt x="402" y="1296"/>
                </a:lnTo>
                <a:lnTo>
                  <a:pt x="433" y="1271"/>
                </a:lnTo>
                <a:lnTo>
                  <a:pt x="466" y="1249"/>
                </a:lnTo>
                <a:lnTo>
                  <a:pt x="503" y="1231"/>
                </a:lnTo>
                <a:lnTo>
                  <a:pt x="544" y="1218"/>
                </a:lnTo>
                <a:lnTo>
                  <a:pt x="585" y="1211"/>
                </a:lnTo>
                <a:lnTo>
                  <a:pt x="630" y="1208"/>
                </a:lnTo>
                <a:close/>
                <a:moveTo>
                  <a:pt x="1556" y="1208"/>
                </a:moveTo>
                <a:lnTo>
                  <a:pt x="1583" y="1209"/>
                </a:lnTo>
                <a:lnTo>
                  <a:pt x="1610" y="1211"/>
                </a:lnTo>
                <a:lnTo>
                  <a:pt x="1634" y="1213"/>
                </a:lnTo>
                <a:lnTo>
                  <a:pt x="1656" y="1217"/>
                </a:lnTo>
                <a:lnTo>
                  <a:pt x="1675" y="1220"/>
                </a:lnTo>
                <a:lnTo>
                  <a:pt x="1689" y="1223"/>
                </a:lnTo>
                <a:lnTo>
                  <a:pt x="1699" y="1226"/>
                </a:lnTo>
                <a:lnTo>
                  <a:pt x="1704" y="1227"/>
                </a:lnTo>
                <a:lnTo>
                  <a:pt x="1704" y="1356"/>
                </a:lnTo>
                <a:lnTo>
                  <a:pt x="1700" y="1355"/>
                </a:lnTo>
                <a:lnTo>
                  <a:pt x="1691" y="1353"/>
                </a:lnTo>
                <a:lnTo>
                  <a:pt x="1679" y="1350"/>
                </a:lnTo>
                <a:lnTo>
                  <a:pt x="1663" y="1347"/>
                </a:lnTo>
                <a:lnTo>
                  <a:pt x="1645" y="1343"/>
                </a:lnTo>
                <a:lnTo>
                  <a:pt x="1625" y="1340"/>
                </a:lnTo>
                <a:lnTo>
                  <a:pt x="1605" y="1338"/>
                </a:lnTo>
                <a:lnTo>
                  <a:pt x="1586" y="1337"/>
                </a:lnTo>
                <a:lnTo>
                  <a:pt x="1557" y="1339"/>
                </a:lnTo>
                <a:lnTo>
                  <a:pt x="1534" y="1344"/>
                </a:lnTo>
                <a:lnTo>
                  <a:pt x="1515" y="1351"/>
                </a:lnTo>
                <a:lnTo>
                  <a:pt x="1502" y="1362"/>
                </a:lnTo>
                <a:lnTo>
                  <a:pt x="1494" y="1373"/>
                </a:lnTo>
                <a:lnTo>
                  <a:pt x="1491" y="1387"/>
                </a:lnTo>
                <a:lnTo>
                  <a:pt x="1494" y="1402"/>
                </a:lnTo>
                <a:lnTo>
                  <a:pt x="1501" y="1413"/>
                </a:lnTo>
                <a:lnTo>
                  <a:pt x="1511" y="1423"/>
                </a:lnTo>
                <a:lnTo>
                  <a:pt x="1523" y="1430"/>
                </a:lnTo>
                <a:lnTo>
                  <a:pt x="1536" y="1436"/>
                </a:lnTo>
                <a:lnTo>
                  <a:pt x="1549" y="1441"/>
                </a:lnTo>
                <a:lnTo>
                  <a:pt x="1560" y="1445"/>
                </a:lnTo>
                <a:lnTo>
                  <a:pt x="1602" y="1458"/>
                </a:lnTo>
                <a:lnTo>
                  <a:pt x="1634" y="1470"/>
                </a:lnTo>
                <a:lnTo>
                  <a:pt x="1661" y="1484"/>
                </a:lnTo>
                <a:lnTo>
                  <a:pt x="1684" y="1501"/>
                </a:lnTo>
                <a:lnTo>
                  <a:pt x="1703" y="1519"/>
                </a:lnTo>
                <a:lnTo>
                  <a:pt x="1719" y="1539"/>
                </a:lnTo>
                <a:lnTo>
                  <a:pt x="1731" y="1560"/>
                </a:lnTo>
                <a:lnTo>
                  <a:pt x="1740" y="1583"/>
                </a:lnTo>
                <a:lnTo>
                  <a:pt x="1745" y="1606"/>
                </a:lnTo>
                <a:lnTo>
                  <a:pt x="1746" y="1630"/>
                </a:lnTo>
                <a:lnTo>
                  <a:pt x="1744" y="1664"/>
                </a:lnTo>
                <a:lnTo>
                  <a:pt x="1737" y="1694"/>
                </a:lnTo>
                <a:lnTo>
                  <a:pt x="1727" y="1720"/>
                </a:lnTo>
                <a:lnTo>
                  <a:pt x="1712" y="1744"/>
                </a:lnTo>
                <a:lnTo>
                  <a:pt x="1696" y="1764"/>
                </a:lnTo>
                <a:lnTo>
                  <a:pt x="1676" y="1781"/>
                </a:lnTo>
                <a:lnTo>
                  <a:pt x="1654" y="1796"/>
                </a:lnTo>
                <a:lnTo>
                  <a:pt x="1630" y="1809"/>
                </a:lnTo>
                <a:lnTo>
                  <a:pt x="1604" y="1818"/>
                </a:lnTo>
                <a:lnTo>
                  <a:pt x="1578" y="1826"/>
                </a:lnTo>
                <a:lnTo>
                  <a:pt x="1551" y="1830"/>
                </a:lnTo>
                <a:lnTo>
                  <a:pt x="1524" y="1833"/>
                </a:lnTo>
                <a:lnTo>
                  <a:pt x="1498" y="1834"/>
                </a:lnTo>
                <a:lnTo>
                  <a:pt x="1467" y="1833"/>
                </a:lnTo>
                <a:lnTo>
                  <a:pt x="1439" y="1832"/>
                </a:lnTo>
                <a:lnTo>
                  <a:pt x="1412" y="1829"/>
                </a:lnTo>
                <a:lnTo>
                  <a:pt x="1388" y="1827"/>
                </a:lnTo>
                <a:lnTo>
                  <a:pt x="1368" y="1823"/>
                </a:lnTo>
                <a:lnTo>
                  <a:pt x="1351" y="1820"/>
                </a:lnTo>
                <a:lnTo>
                  <a:pt x="1339" y="1818"/>
                </a:lnTo>
                <a:lnTo>
                  <a:pt x="1334" y="1817"/>
                </a:lnTo>
                <a:lnTo>
                  <a:pt x="1334" y="1678"/>
                </a:lnTo>
                <a:lnTo>
                  <a:pt x="1343" y="1680"/>
                </a:lnTo>
                <a:lnTo>
                  <a:pt x="1356" y="1684"/>
                </a:lnTo>
                <a:lnTo>
                  <a:pt x="1375" y="1688"/>
                </a:lnTo>
                <a:lnTo>
                  <a:pt x="1397" y="1693"/>
                </a:lnTo>
                <a:lnTo>
                  <a:pt x="1422" y="1697"/>
                </a:lnTo>
                <a:lnTo>
                  <a:pt x="1448" y="1700"/>
                </a:lnTo>
                <a:lnTo>
                  <a:pt x="1477" y="1701"/>
                </a:lnTo>
                <a:lnTo>
                  <a:pt x="1507" y="1699"/>
                </a:lnTo>
                <a:lnTo>
                  <a:pt x="1531" y="1696"/>
                </a:lnTo>
                <a:lnTo>
                  <a:pt x="1552" y="1690"/>
                </a:lnTo>
                <a:lnTo>
                  <a:pt x="1568" y="1681"/>
                </a:lnTo>
                <a:lnTo>
                  <a:pt x="1578" y="1671"/>
                </a:lnTo>
                <a:lnTo>
                  <a:pt x="1585" y="1658"/>
                </a:lnTo>
                <a:lnTo>
                  <a:pt x="1587" y="1644"/>
                </a:lnTo>
                <a:lnTo>
                  <a:pt x="1585" y="1629"/>
                </a:lnTo>
                <a:lnTo>
                  <a:pt x="1578" y="1618"/>
                </a:lnTo>
                <a:lnTo>
                  <a:pt x="1567" y="1607"/>
                </a:lnTo>
                <a:lnTo>
                  <a:pt x="1553" y="1598"/>
                </a:lnTo>
                <a:lnTo>
                  <a:pt x="1537" y="1590"/>
                </a:lnTo>
                <a:lnTo>
                  <a:pt x="1520" y="1584"/>
                </a:lnTo>
                <a:lnTo>
                  <a:pt x="1509" y="1581"/>
                </a:lnTo>
                <a:lnTo>
                  <a:pt x="1498" y="1577"/>
                </a:lnTo>
                <a:lnTo>
                  <a:pt x="1487" y="1574"/>
                </a:lnTo>
                <a:lnTo>
                  <a:pt x="1462" y="1565"/>
                </a:lnTo>
                <a:lnTo>
                  <a:pt x="1439" y="1555"/>
                </a:lnTo>
                <a:lnTo>
                  <a:pt x="1416" y="1542"/>
                </a:lnTo>
                <a:lnTo>
                  <a:pt x="1396" y="1528"/>
                </a:lnTo>
                <a:lnTo>
                  <a:pt x="1378" y="1512"/>
                </a:lnTo>
                <a:lnTo>
                  <a:pt x="1363" y="1494"/>
                </a:lnTo>
                <a:lnTo>
                  <a:pt x="1350" y="1473"/>
                </a:lnTo>
                <a:lnTo>
                  <a:pt x="1341" y="1451"/>
                </a:lnTo>
                <a:lnTo>
                  <a:pt x="1334" y="1425"/>
                </a:lnTo>
                <a:lnTo>
                  <a:pt x="1332" y="1396"/>
                </a:lnTo>
                <a:lnTo>
                  <a:pt x="1334" y="1364"/>
                </a:lnTo>
                <a:lnTo>
                  <a:pt x="1342" y="1333"/>
                </a:lnTo>
                <a:lnTo>
                  <a:pt x="1354" y="1306"/>
                </a:lnTo>
                <a:lnTo>
                  <a:pt x="1371" y="1281"/>
                </a:lnTo>
                <a:lnTo>
                  <a:pt x="1392" y="1259"/>
                </a:lnTo>
                <a:lnTo>
                  <a:pt x="1417" y="1241"/>
                </a:lnTo>
                <a:lnTo>
                  <a:pt x="1446" y="1227"/>
                </a:lnTo>
                <a:lnTo>
                  <a:pt x="1479" y="1216"/>
                </a:lnTo>
                <a:lnTo>
                  <a:pt x="1515" y="1210"/>
                </a:lnTo>
                <a:lnTo>
                  <a:pt x="1556" y="1208"/>
                </a:lnTo>
                <a:close/>
                <a:moveTo>
                  <a:pt x="3381" y="493"/>
                </a:moveTo>
                <a:lnTo>
                  <a:pt x="3400" y="496"/>
                </a:lnTo>
                <a:lnTo>
                  <a:pt x="3418" y="503"/>
                </a:lnTo>
                <a:lnTo>
                  <a:pt x="3434" y="515"/>
                </a:lnTo>
                <a:lnTo>
                  <a:pt x="3446" y="531"/>
                </a:lnTo>
                <a:lnTo>
                  <a:pt x="3453" y="548"/>
                </a:lnTo>
                <a:lnTo>
                  <a:pt x="3456" y="569"/>
                </a:lnTo>
                <a:lnTo>
                  <a:pt x="3456" y="727"/>
                </a:lnTo>
                <a:lnTo>
                  <a:pt x="3453" y="748"/>
                </a:lnTo>
                <a:lnTo>
                  <a:pt x="3446" y="766"/>
                </a:lnTo>
                <a:lnTo>
                  <a:pt x="3434" y="780"/>
                </a:lnTo>
                <a:lnTo>
                  <a:pt x="3418" y="793"/>
                </a:lnTo>
                <a:lnTo>
                  <a:pt x="3400" y="801"/>
                </a:lnTo>
                <a:lnTo>
                  <a:pt x="3381" y="803"/>
                </a:lnTo>
                <a:lnTo>
                  <a:pt x="3361" y="801"/>
                </a:lnTo>
                <a:lnTo>
                  <a:pt x="3343" y="793"/>
                </a:lnTo>
                <a:lnTo>
                  <a:pt x="3328" y="780"/>
                </a:lnTo>
                <a:lnTo>
                  <a:pt x="3316" y="766"/>
                </a:lnTo>
                <a:lnTo>
                  <a:pt x="3308" y="748"/>
                </a:lnTo>
                <a:lnTo>
                  <a:pt x="3306" y="727"/>
                </a:lnTo>
                <a:lnTo>
                  <a:pt x="3306" y="569"/>
                </a:lnTo>
                <a:lnTo>
                  <a:pt x="3308" y="548"/>
                </a:lnTo>
                <a:lnTo>
                  <a:pt x="3316" y="531"/>
                </a:lnTo>
                <a:lnTo>
                  <a:pt x="3328" y="515"/>
                </a:lnTo>
                <a:lnTo>
                  <a:pt x="3343" y="503"/>
                </a:lnTo>
                <a:lnTo>
                  <a:pt x="3361" y="496"/>
                </a:lnTo>
                <a:lnTo>
                  <a:pt x="3381" y="493"/>
                </a:lnTo>
                <a:close/>
                <a:moveTo>
                  <a:pt x="1728" y="493"/>
                </a:moveTo>
                <a:lnTo>
                  <a:pt x="1748" y="496"/>
                </a:lnTo>
                <a:lnTo>
                  <a:pt x="1766" y="503"/>
                </a:lnTo>
                <a:lnTo>
                  <a:pt x="1781" y="515"/>
                </a:lnTo>
                <a:lnTo>
                  <a:pt x="1793" y="531"/>
                </a:lnTo>
                <a:lnTo>
                  <a:pt x="1800" y="548"/>
                </a:lnTo>
                <a:lnTo>
                  <a:pt x="1803" y="569"/>
                </a:lnTo>
                <a:lnTo>
                  <a:pt x="1803" y="727"/>
                </a:lnTo>
                <a:lnTo>
                  <a:pt x="1800" y="748"/>
                </a:lnTo>
                <a:lnTo>
                  <a:pt x="1793" y="766"/>
                </a:lnTo>
                <a:lnTo>
                  <a:pt x="1781" y="780"/>
                </a:lnTo>
                <a:lnTo>
                  <a:pt x="1766" y="793"/>
                </a:lnTo>
                <a:lnTo>
                  <a:pt x="1748" y="801"/>
                </a:lnTo>
                <a:lnTo>
                  <a:pt x="1728" y="803"/>
                </a:lnTo>
                <a:lnTo>
                  <a:pt x="1708" y="801"/>
                </a:lnTo>
                <a:lnTo>
                  <a:pt x="1690" y="793"/>
                </a:lnTo>
                <a:lnTo>
                  <a:pt x="1675" y="780"/>
                </a:lnTo>
                <a:lnTo>
                  <a:pt x="1663" y="766"/>
                </a:lnTo>
                <a:lnTo>
                  <a:pt x="1656" y="748"/>
                </a:lnTo>
                <a:lnTo>
                  <a:pt x="1653" y="727"/>
                </a:lnTo>
                <a:lnTo>
                  <a:pt x="1653" y="569"/>
                </a:lnTo>
                <a:lnTo>
                  <a:pt x="1656" y="548"/>
                </a:lnTo>
                <a:lnTo>
                  <a:pt x="1663" y="531"/>
                </a:lnTo>
                <a:lnTo>
                  <a:pt x="1675" y="515"/>
                </a:lnTo>
                <a:lnTo>
                  <a:pt x="1690" y="503"/>
                </a:lnTo>
                <a:lnTo>
                  <a:pt x="1708" y="496"/>
                </a:lnTo>
                <a:lnTo>
                  <a:pt x="1728" y="493"/>
                </a:lnTo>
                <a:close/>
                <a:moveTo>
                  <a:pt x="75" y="493"/>
                </a:moveTo>
                <a:lnTo>
                  <a:pt x="95" y="496"/>
                </a:lnTo>
                <a:lnTo>
                  <a:pt x="113" y="503"/>
                </a:lnTo>
                <a:lnTo>
                  <a:pt x="129" y="515"/>
                </a:lnTo>
                <a:lnTo>
                  <a:pt x="140" y="531"/>
                </a:lnTo>
                <a:lnTo>
                  <a:pt x="148" y="548"/>
                </a:lnTo>
                <a:lnTo>
                  <a:pt x="151" y="569"/>
                </a:lnTo>
                <a:lnTo>
                  <a:pt x="151" y="727"/>
                </a:lnTo>
                <a:lnTo>
                  <a:pt x="148" y="748"/>
                </a:lnTo>
                <a:lnTo>
                  <a:pt x="140" y="766"/>
                </a:lnTo>
                <a:lnTo>
                  <a:pt x="129" y="780"/>
                </a:lnTo>
                <a:lnTo>
                  <a:pt x="113" y="793"/>
                </a:lnTo>
                <a:lnTo>
                  <a:pt x="95" y="801"/>
                </a:lnTo>
                <a:lnTo>
                  <a:pt x="75" y="803"/>
                </a:lnTo>
                <a:lnTo>
                  <a:pt x="56" y="801"/>
                </a:lnTo>
                <a:lnTo>
                  <a:pt x="38" y="793"/>
                </a:lnTo>
                <a:lnTo>
                  <a:pt x="22" y="780"/>
                </a:lnTo>
                <a:lnTo>
                  <a:pt x="10" y="766"/>
                </a:lnTo>
                <a:lnTo>
                  <a:pt x="3" y="748"/>
                </a:lnTo>
                <a:lnTo>
                  <a:pt x="0" y="727"/>
                </a:lnTo>
                <a:lnTo>
                  <a:pt x="0" y="569"/>
                </a:lnTo>
                <a:lnTo>
                  <a:pt x="3" y="548"/>
                </a:lnTo>
                <a:lnTo>
                  <a:pt x="10" y="531"/>
                </a:lnTo>
                <a:lnTo>
                  <a:pt x="22" y="515"/>
                </a:lnTo>
                <a:lnTo>
                  <a:pt x="38" y="503"/>
                </a:lnTo>
                <a:lnTo>
                  <a:pt x="56" y="496"/>
                </a:lnTo>
                <a:lnTo>
                  <a:pt x="75" y="493"/>
                </a:lnTo>
                <a:close/>
                <a:moveTo>
                  <a:pt x="2968" y="285"/>
                </a:moveTo>
                <a:lnTo>
                  <a:pt x="2988" y="287"/>
                </a:lnTo>
                <a:lnTo>
                  <a:pt x="3006" y="295"/>
                </a:lnTo>
                <a:lnTo>
                  <a:pt x="3021" y="307"/>
                </a:lnTo>
                <a:lnTo>
                  <a:pt x="3033" y="322"/>
                </a:lnTo>
                <a:lnTo>
                  <a:pt x="3040" y="340"/>
                </a:lnTo>
                <a:lnTo>
                  <a:pt x="3043" y="360"/>
                </a:lnTo>
                <a:lnTo>
                  <a:pt x="3043" y="727"/>
                </a:lnTo>
                <a:lnTo>
                  <a:pt x="3040" y="748"/>
                </a:lnTo>
                <a:lnTo>
                  <a:pt x="3033" y="766"/>
                </a:lnTo>
                <a:lnTo>
                  <a:pt x="3021" y="780"/>
                </a:lnTo>
                <a:lnTo>
                  <a:pt x="3006" y="793"/>
                </a:lnTo>
                <a:lnTo>
                  <a:pt x="2988" y="801"/>
                </a:lnTo>
                <a:lnTo>
                  <a:pt x="2968" y="803"/>
                </a:lnTo>
                <a:lnTo>
                  <a:pt x="2947" y="801"/>
                </a:lnTo>
                <a:lnTo>
                  <a:pt x="2929" y="793"/>
                </a:lnTo>
                <a:lnTo>
                  <a:pt x="2915" y="780"/>
                </a:lnTo>
                <a:lnTo>
                  <a:pt x="2903" y="766"/>
                </a:lnTo>
                <a:lnTo>
                  <a:pt x="2895" y="748"/>
                </a:lnTo>
                <a:lnTo>
                  <a:pt x="2893" y="727"/>
                </a:lnTo>
                <a:lnTo>
                  <a:pt x="2893" y="360"/>
                </a:lnTo>
                <a:lnTo>
                  <a:pt x="2895" y="340"/>
                </a:lnTo>
                <a:lnTo>
                  <a:pt x="2903" y="322"/>
                </a:lnTo>
                <a:lnTo>
                  <a:pt x="2915" y="307"/>
                </a:lnTo>
                <a:lnTo>
                  <a:pt x="2929" y="295"/>
                </a:lnTo>
                <a:lnTo>
                  <a:pt x="2947" y="287"/>
                </a:lnTo>
                <a:lnTo>
                  <a:pt x="2968" y="285"/>
                </a:lnTo>
                <a:close/>
                <a:moveTo>
                  <a:pt x="2142" y="285"/>
                </a:moveTo>
                <a:lnTo>
                  <a:pt x="2162" y="287"/>
                </a:lnTo>
                <a:lnTo>
                  <a:pt x="2179" y="295"/>
                </a:lnTo>
                <a:lnTo>
                  <a:pt x="2194" y="307"/>
                </a:lnTo>
                <a:lnTo>
                  <a:pt x="2207" y="322"/>
                </a:lnTo>
                <a:lnTo>
                  <a:pt x="2214" y="340"/>
                </a:lnTo>
                <a:lnTo>
                  <a:pt x="2216" y="360"/>
                </a:lnTo>
                <a:lnTo>
                  <a:pt x="2216" y="727"/>
                </a:lnTo>
                <a:lnTo>
                  <a:pt x="2214" y="748"/>
                </a:lnTo>
                <a:lnTo>
                  <a:pt x="2207" y="766"/>
                </a:lnTo>
                <a:lnTo>
                  <a:pt x="2194" y="780"/>
                </a:lnTo>
                <a:lnTo>
                  <a:pt x="2179" y="793"/>
                </a:lnTo>
                <a:lnTo>
                  <a:pt x="2162" y="801"/>
                </a:lnTo>
                <a:lnTo>
                  <a:pt x="2142" y="803"/>
                </a:lnTo>
                <a:lnTo>
                  <a:pt x="2122" y="801"/>
                </a:lnTo>
                <a:lnTo>
                  <a:pt x="2104" y="793"/>
                </a:lnTo>
                <a:lnTo>
                  <a:pt x="2088" y="780"/>
                </a:lnTo>
                <a:lnTo>
                  <a:pt x="2077" y="766"/>
                </a:lnTo>
                <a:lnTo>
                  <a:pt x="2069" y="748"/>
                </a:lnTo>
                <a:lnTo>
                  <a:pt x="2066" y="727"/>
                </a:lnTo>
                <a:lnTo>
                  <a:pt x="2066" y="360"/>
                </a:lnTo>
                <a:lnTo>
                  <a:pt x="2069" y="340"/>
                </a:lnTo>
                <a:lnTo>
                  <a:pt x="2077" y="322"/>
                </a:lnTo>
                <a:lnTo>
                  <a:pt x="2088" y="307"/>
                </a:lnTo>
                <a:lnTo>
                  <a:pt x="2104" y="295"/>
                </a:lnTo>
                <a:lnTo>
                  <a:pt x="2122" y="287"/>
                </a:lnTo>
                <a:lnTo>
                  <a:pt x="2142" y="285"/>
                </a:lnTo>
                <a:close/>
                <a:moveTo>
                  <a:pt x="1315" y="285"/>
                </a:moveTo>
                <a:lnTo>
                  <a:pt x="1335" y="287"/>
                </a:lnTo>
                <a:lnTo>
                  <a:pt x="1353" y="295"/>
                </a:lnTo>
                <a:lnTo>
                  <a:pt x="1368" y="307"/>
                </a:lnTo>
                <a:lnTo>
                  <a:pt x="1380" y="322"/>
                </a:lnTo>
                <a:lnTo>
                  <a:pt x="1388" y="340"/>
                </a:lnTo>
                <a:lnTo>
                  <a:pt x="1390" y="360"/>
                </a:lnTo>
                <a:lnTo>
                  <a:pt x="1390" y="727"/>
                </a:lnTo>
                <a:lnTo>
                  <a:pt x="1388" y="748"/>
                </a:lnTo>
                <a:lnTo>
                  <a:pt x="1380" y="766"/>
                </a:lnTo>
                <a:lnTo>
                  <a:pt x="1368" y="780"/>
                </a:lnTo>
                <a:lnTo>
                  <a:pt x="1353" y="793"/>
                </a:lnTo>
                <a:lnTo>
                  <a:pt x="1335" y="801"/>
                </a:lnTo>
                <a:lnTo>
                  <a:pt x="1315" y="803"/>
                </a:lnTo>
                <a:lnTo>
                  <a:pt x="1295" y="801"/>
                </a:lnTo>
                <a:lnTo>
                  <a:pt x="1277" y="793"/>
                </a:lnTo>
                <a:lnTo>
                  <a:pt x="1262" y="780"/>
                </a:lnTo>
                <a:lnTo>
                  <a:pt x="1250" y="766"/>
                </a:lnTo>
                <a:lnTo>
                  <a:pt x="1242" y="748"/>
                </a:lnTo>
                <a:lnTo>
                  <a:pt x="1240" y="727"/>
                </a:lnTo>
                <a:lnTo>
                  <a:pt x="1240" y="360"/>
                </a:lnTo>
                <a:lnTo>
                  <a:pt x="1242" y="340"/>
                </a:lnTo>
                <a:lnTo>
                  <a:pt x="1250" y="322"/>
                </a:lnTo>
                <a:lnTo>
                  <a:pt x="1262" y="307"/>
                </a:lnTo>
                <a:lnTo>
                  <a:pt x="1277" y="295"/>
                </a:lnTo>
                <a:lnTo>
                  <a:pt x="1295" y="287"/>
                </a:lnTo>
                <a:lnTo>
                  <a:pt x="1315" y="285"/>
                </a:lnTo>
                <a:close/>
                <a:moveTo>
                  <a:pt x="488" y="285"/>
                </a:moveTo>
                <a:lnTo>
                  <a:pt x="508" y="287"/>
                </a:lnTo>
                <a:lnTo>
                  <a:pt x="527" y="295"/>
                </a:lnTo>
                <a:lnTo>
                  <a:pt x="541" y="307"/>
                </a:lnTo>
                <a:lnTo>
                  <a:pt x="553" y="322"/>
                </a:lnTo>
                <a:lnTo>
                  <a:pt x="561" y="340"/>
                </a:lnTo>
                <a:lnTo>
                  <a:pt x="563" y="360"/>
                </a:lnTo>
                <a:lnTo>
                  <a:pt x="563" y="727"/>
                </a:lnTo>
                <a:lnTo>
                  <a:pt x="561" y="748"/>
                </a:lnTo>
                <a:lnTo>
                  <a:pt x="553" y="766"/>
                </a:lnTo>
                <a:lnTo>
                  <a:pt x="541" y="780"/>
                </a:lnTo>
                <a:lnTo>
                  <a:pt x="527" y="793"/>
                </a:lnTo>
                <a:lnTo>
                  <a:pt x="508" y="801"/>
                </a:lnTo>
                <a:lnTo>
                  <a:pt x="488" y="803"/>
                </a:lnTo>
                <a:lnTo>
                  <a:pt x="468" y="801"/>
                </a:lnTo>
                <a:lnTo>
                  <a:pt x="450" y="793"/>
                </a:lnTo>
                <a:lnTo>
                  <a:pt x="436" y="780"/>
                </a:lnTo>
                <a:lnTo>
                  <a:pt x="423" y="766"/>
                </a:lnTo>
                <a:lnTo>
                  <a:pt x="416" y="748"/>
                </a:lnTo>
                <a:lnTo>
                  <a:pt x="414" y="727"/>
                </a:lnTo>
                <a:lnTo>
                  <a:pt x="414" y="360"/>
                </a:lnTo>
                <a:lnTo>
                  <a:pt x="416" y="340"/>
                </a:lnTo>
                <a:lnTo>
                  <a:pt x="423" y="322"/>
                </a:lnTo>
                <a:lnTo>
                  <a:pt x="436" y="307"/>
                </a:lnTo>
                <a:lnTo>
                  <a:pt x="450" y="295"/>
                </a:lnTo>
                <a:lnTo>
                  <a:pt x="468" y="287"/>
                </a:lnTo>
                <a:lnTo>
                  <a:pt x="488" y="285"/>
                </a:lnTo>
                <a:close/>
                <a:moveTo>
                  <a:pt x="2555" y="0"/>
                </a:moveTo>
                <a:lnTo>
                  <a:pt x="2575" y="2"/>
                </a:lnTo>
                <a:lnTo>
                  <a:pt x="2593" y="10"/>
                </a:lnTo>
                <a:lnTo>
                  <a:pt x="2608" y="22"/>
                </a:lnTo>
                <a:lnTo>
                  <a:pt x="2619" y="37"/>
                </a:lnTo>
                <a:lnTo>
                  <a:pt x="2628" y="55"/>
                </a:lnTo>
                <a:lnTo>
                  <a:pt x="2630" y="75"/>
                </a:lnTo>
                <a:lnTo>
                  <a:pt x="2630" y="879"/>
                </a:lnTo>
                <a:lnTo>
                  <a:pt x="2628" y="899"/>
                </a:lnTo>
                <a:lnTo>
                  <a:pt x="2619" y="917"/>
                </a:lnTo>
                <a:lnTo>
                  <a:pt x="2608" y="931"/>
                </a:lnTo>
                <a:lnTo>
                  <a:pt x="2593" y="944"/>
                </a:lnTo>
                <a:lnTo>
                  <a:pt x="2575" y="951"/>
                </a:lnTo>
                <a:lnTo>
                  <a:pt x="2555" y="953"/>
                </a:lnTo>
                <a:lnTo>
                  <a:pt x="2535" y="951"/>
                </a:lnTo>
                <a:lnTo>
                  <a:pt x="2517" y="944"/>
                </a:lnTo>
                <a:lnTo>
                  <a:pt x="2502" y="931"/>
                </a:lnTo>
                <a:lnTo>
                  <a:pt x="2490" y="917"/>
                </a:lnTo>
                <a:lnTo>
                  <a:pt x="2483" y="899"/>
                </a:lnTo>
                <a:lnTo>
                  <a:pt x="2480" y="879"/>
                </a:lnTo>
                <a:lnTo>
                  <a:pt x="2480" y="75"/>
                </a:lnTo>
                <a:lnTo>
                  <a:pt x="2483" y="55"/>
                </a:lnTo>
                <a:lnTo>
                  <a:pt x="2490" y="37"/>
                </a:lnTo>
                <a:lnTo>
                  <a:pt x="2502" y="22"/>
                </a:lnTo>
                <a:lnTo>
                  <a:pt x="2517" y="10"/>
                </a:lnTo>
                <a:lnTo>
                  <a:pt x="2535" y="2"/>
                </a:lnTo>
                <a:lnTo>
                  <a:pt x="2555" y="0"/>
                </a:lnTo>
                <a:close/>
                <a:moveTo>
                  <a:pt x="902" y="0"/>
                </a:moveTo>
                <a:lnTo>
                  <a:pt x="922" y="2"/>
                </a:lnTo>
                <a:lnTo>
                  <a:pt x="939" y="10"/>
                </a:lnTo>
                <a:lnTo>
                  <a:pt x="955" y="22"/>
                </a:lnTo>
                <a:lnTo>
                  <a:pt x="967" y="37"/>
                </a:lnTo>
                <a:lnTo>
                  <a:pt x="974" y="55"/>
                </a:lnTo>
                <a:lnTo>
                  <a:pt x="977" y="75"/>
                </a:lnTo>
                <a:lnTo>
                  <a:pt x="977" y="879"/>
                </a:lnTo>
                <a:lnTo>
                  <a:pt x="974" y="899"/>
                </a:lnTo>
                <a:lnTo>
                  <a:pt x="967" y="917"/>
                </a:lnTo>
                <a:lnTo>
                  <a:pt x="955" y="931"/>
                </a:lnTo>
                <a:lnTo>
                  <a:pt x="939" y="944"/>
                </a:lnTo>
                <a:lnTo>
                  <a:pt x="922" y="951"/>
                </a:lnTo>
                <a:lnTo>
                  <a:pt x="902" y="953"/>
                </a:lnTo>
                <a:lnTo>
                  <a:pt x="882" y="951"/>
                </a:lnTo>
                <a:lnTo>
                  <a:pt x="864" y="944"/>
                </a:lnTo>
                <a:lnTo>
                  <a:pt x="848" y="931"/>
                </a:lnTo>
                <a:lnTo>
                  <a:pt x="837" y="917"/>
                </a:lnTo>
                <a:lnTo>
                  <a:pt x="829" y="899"/>
                </a:lnTo>
                <a:lnTo>
                  <a:pt x="826" y="879"/>
                </a:lnTo>
                <a:lnTo>
                  <a:pt x="826" y="75"/>
                </a:lnTo>
                <a:lnTo>
                  <a:pt x="829" y="55"/>
                </a:lnTo>
                <a:lnTo>
                  <a:pt x="837" y="37"/>
                </a:lnTo>
                <a:lnTo>
                  <a:pt x="848" y="22"/>
                </a:lnTo>
                <a:lnTo>
                  <a:pt x="864" y="10"/>
                </a:lnTo>
                <a:lnTo>
                  <a:pt x="882" y="2"/>
                </a:lnTo>
                <a:lnTo>
                  <a:pt x="902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51276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11680787" y="6518494"/>
            <a:ext cx="511213" cy="366183"/>
          </a:xfrm>
          <a:prstGeom prst="rect">
            <a:avLst/>
          </a:prstGeom>
        </p:spPr>
        <p:txBody>
          <a:bodyPr vert="horz" lIns="121843" tIns="60921" rIns="121843" bIns="60921" rtlCol="0" anchor="ctr"/>
          <a:lstStyle>
            <a:lvl1pPr marL="0" algn="ctr" defTabSz="610397" rtl="0" eaLnBrk="1" fontAlgn="base" latinLnBrk="0" hangingPunct="1">
              <a:spcBef>
                <a:spcPct val="0"/>
              </a:spcBef>
              <a:spcAft>
                <a:spcPct val="0"/>
              </a:spcAft>
              <a:defRPr lang="en-US" sz="900" kern="1200" smtClean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945D0FD-48F1-4D72-80C5-FFB60B92A834}" type="slidenum">
              <a:rPr>
                <a:solidFill>
                  <a:srgbClr val="595959"/>
                </a:solidFill>
              </a:rPr>
              <a:pPr/>
              <a:t>‹#›</a:t>
            </a:fld>
            <a:endParaRPr dirty="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437968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 descr="C:\Users\Kirk Travel\Dropbox\Cisco Live 2014\From Rick\JPGs 125dpi Images\125dpi Image-06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>
            <a:off x="-1083" y="0"/>
            <a:ext cx="12194169" cy="685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46741" y="598450"/>
            <a:ext cx="950383" cy="50362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43426" y="6151037"/>
            <a:ext cx="1386983" cy="46602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917" y="2846419"/>
            <a:ext cx="3325284" cy="1145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069469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583688" y="455085"/>
            <a:ext cx="11127317" cy="975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Title Goes Here</a:t>
            </a:r>
          </a:p>
        </p:txBody>
      </p:sp>
      <p:sp>
        <p:nvSpPr>
          <p:cNvPr id="13" name="Rectangle 4"/>
          <p:cNvSpPr>
            <a:spLocks noChangeArrowheads="1"/>
          </p:cNvSpPr>
          <p:nvPr userDrawn="1"/>
        </p:nvSpPr>
        <p:spPr bwMode="ltGray">
          <a:xfrm>
            <a:off x="636906" y="6322205"/>
            <a:ext cx="453473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defTabSz="81430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" spc="27" baseline="0" dirty="0">
                <a:solidFill>
                  <a:schemeClr val="bg2">
                    <a:lumMod val="65000"/>
                  </a:schemeClr>
                </a:solidFill>
                <a:latin typeface="+mn-lt"/>
                <a:ea typeface="+mn-ea"/>
                <a:cs typeface="CiscoSans Thin"/>
              </a:rPr>
              <a:t>© 2019 Cisco and/or its affiliates. All rights reserved. Cisco Confidential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6E2CD47-5B25-5A5D-5CD4-3A1A1BEB6C4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48907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733" b="0" i="0" u="none" kern="1200" dirty="0">
          <a:solidFill>
            <a:schemeClr val="tx2"/>
          </a:solidFill>
          <a:latin typeface="+mj-lt"/>
          <a:ea typeface="CiscoSansTT Thin" charset="0"/>
          <a:cs typeface="CiscoSansTT Thin" charset="0"/>
        </a:defRPr>
      </a:lvl1pPr>
      <a:lvl2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85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70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54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39" algn="l" defTabSz="912261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226478" indent="-226478" algn="l" defTabSz="912261" rtl="0" eaLnBrk="1" fontAlgn="base" hangingPunct="1">
        <a:lnSpc>
          <a:spcPct val="95000"/>
        </a:lnSpc>
        <a:spcBef>
          <a:spcPts val="1433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20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478355" indent="-287859" algn="l" defTabSz="912261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8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575719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6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670967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766214" indent="-226478" algn="l" defTabSz="912261" rtl="0" eaLnBrk="1" fontAlgn="base" hangingPunct="1">
        <a:lnSpc>
          <a:spcPct val="95000"/>
        </a:lnSpc>
        <a:spcBef>
          <a:spcPts val="833"/>
        </a:spcBef>
        <a:spcAft>
          <a:spcPct val="0"/>
        </a:spcAft>
        <a:buFont typeface="Arial" charset="0"/>
        <a:buChar char="•"/>
        <a:defRPr lang="en-US" sz="1467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1151779" indent="-228588" algn="l" defTabSz="914346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61" indent="-228557" algn="l" defTabSz="914346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13" indent="0" algn="l" defTabSz="914346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74" indent="-228588" algn="l" defTabSz="91434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0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46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1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864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1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13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389" algn="l" defTabSz="914346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92">
          <p15:clr>
            <a:srgbClr val="F26B43"/>
          </p15:clr>
        </p15:guide>
        <p15:guide id="2" pos="336">
          <p15:clr>
            <a:srgbClr val="F26B43"/>
          </p15:clr>
        </p15:guide>
        <p15:guide id="3" pos="5424">
          <p15:clr>
            <a:srgbClr val="F26B43"/>
          </p15:clr>
        </p15:guide>
        <p15:guide id="4" orient="horz" pos="757">
          <p15:clr>
            <a:srgbClr val="F26B43"/>
          </p15:clr>
        </p15:guide>
        <p15:guide id="5" orient="horz" pos="335">
          <p15:clr>
            <a:srgbClr val="F26B43"/>
          </p15:clr>
        </p15:guide>
        <p15:guide id="6" pos="2876">
          <p15:clr>
            <a:srgbClr val="F26B43"/>
          </p15:clr>
        </p15:guide>
        <p15:guide id="7" orient="horz" pos="5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e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10" Type="http://schemas.openxmlformats.org/officeDocument/2006/relationships/image" Target="../media/image13.png"/><Relationship Id="rId4" Type="http://schemas.openxmlformats.org/officeDocument/2006/relationships/image" Target="../media/image7.wmf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"/>
            <a:ext cx="12192000" cy="685907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210E2F5-AB46-2842-A5C0-D07E4A6971AE}"/>
              </a:ext>
            </a:extLst>
          </p:cNvPr>
          <p:cNvSpPr txBox="1">
            <a:spLocks/>
          </p:cNvSpPr>
          <p:nvPr/>
        </p:nvSpPr>
        <p:spPr>
          <a:xfrm>
            <a:off x="179511" y="1861794"/>
            <a:ext cx="7966961" cy="1212398"/>
          </a:xfrm>
          <a:prstGeom prst="rect">
            <a:avLst/>
          </a:prstGeom>
        </p:spPr>
        <p:txBody>
          <a:bodyPr/>
          <a:lstStyle>
            <a:lvl1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733" b="0" i="0" u="none" kern="1200" dirty="0">
                <a:solidFill>
                  <a:schemeClr val="tx2"/>
                </a:solidFill>
                <a:latin typeface="+mj-lt"/>
                <a:ea typeface="CiscoSansTT Thin" charset="0"/>
                <a:cs typeface="CiscoSansTT Thin" charset="0"/>
              </a:defRPr>
            </a:lvl1pPr>
            <a:lvl2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2pPr>
            <a:lvl3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3pPr>
            <a:lvl4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4pPr>
            <a:lvl5pPr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5pPr>
            <a:lvl6pPr marL="609585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1219170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828754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2438339" algn="l" defTabSz="912261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4267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pPr marL="0" lvl="1"/>
            <a:r>
              <a:rPr kumimoji="1" lang="zh-CN" altLang="en-US" sz="3733" dirty="0">
                <a:solidFill>
                  <a:srgbClr val="005073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某医院园区网络项目实施需求</a:t>
            </a:r>
            <a:endParaRPr lang="zh-CN" altLang="en-US" sz="3600" kern="0" dirty="0">
              <a:solidFill>
                <a:schemeClr val="bg1"/>
              </a:solidFill>
              <a:latin typeface="CiscoSansTT" panose="020B0503020201020303" pitchFamily="34" charset="0"/>
              <a:ea typeface="Yuanti SC" panose="02010600040101010101" pitchFamily="2" charset="-122"/>
              <a:cs typeface="CiscoSansTT" panose="020B0503020201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147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B8768-CE1F-0147-A376-67EC931E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项目背景和概要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4234A-02FD-D846-A3ED-B1ABFA64D50E}"/>
              </a:ext>
            </a:extLst>
          </p:cNvPr>
          <p:cNvSpPr/>
          <p:nvPr/>
        </p:nvSpPr>
        <p:spPr>
          <a:xfrm>
            <a:off x="818956" y="1444299"/>
            <a:ext cx="10656779" cy="3621755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某医院是一所集医疗、教学、科研为一体的三级甲等大型综合性非营利性医院。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目前要在新区建设一个分院，分院院区占地面积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260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亩，医疗用房及其配套用房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20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万平方米，完全按照现代化三级医院标准建设，集医疗、教学、科研为一体，新院区包含门诊楼（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A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B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C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区）、住院楼（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 A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B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C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区） 、办公楼、实验楼等，设计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1200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张床位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本次项目为整个新院区实现有线无线网络覆盖，同时部署相应的网络安全措施，保障移动医护等业务应用投入使用。同时，为提高病患住院体验，也拟通过无线网络开通病患互联网服务</a:t>
            </a:r>
            <a:endParaRPr lang="en-US" altLang="zh-CN" sz="2133" dirty="0"/>
          </a:p>
        </p:txBody>
      </p:sp>
    </p:spTree>
    <p:extLst>
      <p:ext uri="{BB962C8B-B14F-4D97-AF65-F5344CB8AC3E}">
        <p14:creationId xmlns:p14="http://schemas.microsoft.com/office/powerpoint/2010/main" val="228167929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40">
            <a:extLst>
              <a:ext uri="{FF2B5EF4-FFF2-40B4-BE49-F238E27FC236}">
                <a16:creationId xmlns:a16="http://schemas.microsoft.com/office/drawing/2014/main" id="{AC45C2BB-E690-06D5-3718-622065E34D94}"/>
              </a:ext>
            </a:extLst>
          </p:cNvPr>
          <p:cNvCxnSpPr/>
          <p:nvPr/>
        </p:nvCxnSpPr>
        <p:spPr>
          <a:xfrm flipH="1">
            <a:off x="4116356" y="3081065"/>
            <a:ext cx="711200" cy="1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40">
            <a:extLst>
              <a:ext uri="{FF2B5EF4-FFF2-40B4-BE49-F238E27FC236}">
                <a16:creationId xmlns:a16="http://schemas.microsoft.com/office/drawing/2014/main" id="{8D9BEB52-E611-0FD2-C06B-9BD4A73DCF35}"/>
              </a:ext>
            </a:extLst>
          </p:cNvPr>
          <p:cNvCxnSpPr/>
          <p:nvPr/>
        </p:nvCxnSpPr>
        <p:spPr>
          <a:xfrm flipH="1">
            <a:off x="4126866" y="2996982"/>
            <a:ext cx="711200" cy="1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8" name="圆角矩形 457">
            <a:extLst>
              <a:ext uri="{FF2B5EF4-FFF2-40B4-BE49-F238E27FC236}">
                <a16:creationId xmlns:a16="http://schemas.microsoft.com/office/drawing/2014/main" id="{F49062D7-3C73-1187-0B55-663EE033AE25}"/>
              </a:ext>
            </a:extLst>
          </p:cNvPr>
          <p:cNvSpPr/>
          <p:nvPr/>
        </p:nvSpPr>
        <p:spPr>
          <a:xfrm>
            <a:off x="8975781" y="4285792"/>
            <a:ext cx="2011644" cy="2137377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400" dirty="0"/>
          </a:p>
        </p:txBody>
      </p:sp>
      <p:cxnSp>
        <p:nvCxnSpPr>
          <p:cNvPr id="448" name="直接连接符 76">
            <a:extLst>
              <a:ext uri="{FF2B5EF4-FFF2-40B4-BE49-F238E27FC236}">
                <a16:creationId xmlns:a16="http://schemas.microsoft.com/office/drawing/2014/main" id="{A32AF6EC-8574-BA74-93BB-217FE05809A2}"/>
              </a:ext>
            </a:extLst>
          </p:cNvPr>
          <p:cNvCxnSpPr/>
          <p:nvPr/>
        </p:nvCxnSpPr>
        <p:spPr>
          <a:xfrm>
            <a:off x="5217309" y="2126167"/>
            <a:ext cx="1780579" cy="0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0" name="直接连接符 74">
            <a:extLst>
              <a:ext uri="{FF2B5EF4-FFF2-40B4-BE49-F238E27FC236}">
                <a16:creationId xmlns:a16="http://schemas.microsoft.com/office/drawing/2014/main" id="{663014F3-8185-50B3-B2B3-497AC1875248}"/>
              </a:ext>
            </a:extLst>
          </p:cNvPr>
          <p:cNvCxnSpPr/>
          <p:nvPr/>
        </p:nvCxnSpPr>
        <p:spPr>
          <a:xfrm>
            <a:off x="4967553" y="1976607"/>
            <a:ext cx="1780579" cy="0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" name="椭圆 2">
            <a:extLst>
              <a:ext uri="{FF2B5EF4-FFF2-40B4-BE49-F238E27FC236}">
                <a16:creationId xmlns:a16="http://schemas.microsoft.com/office/drawing/2014/main" id="{D1EE6BC8-D921-F8C7-03AE-71956D9F2537}"/>
              </a:ext>
            </a:extLst>
          </p:cNvPr>
          <p:cNvSpPr/>
          <p:nvPr/>
        </p:nvSpPr>
        <p:spPr>
          <a:xfrm>
            <a:off x="5944890" y="1870248"/>
            <a:ext cx="149741" cy="301863"/>
          </a:xfrm>
          <a:prstGeom prst="ellips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667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椭圆 2">
            <a:extLst>
              <a:ext uri="{FF2B5EF4-FFF2-40B4-BE49-F238E27FC236}">
                <a16:creationId xmlns:a16="http://schemas.microsoft.com/office/drawing/2014/main" id="{C19B6ACF-1369-F744-95E5-FDD31F56B90C}"/>
              </a:ext>
            </a:extLst>
          </p:cNvPr>
          <p:cNvSpPr/>
          <p:nvPr/>
        </p:nvSpPr>
        <p:spPr>
          <a:xfrm>
            <a:off x="10515940" y="1359314"/>
            <a:ext cx="108569" cy="301863"/>
          </a:xfrm>
          <a:prstGeom prst="ellipse">
            <a:avLst/>
          </a:prstGeom>
          <a:solidFill>
            <a:schemeClr val="bg2"/>
          </a:solidFill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667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2" name="Picture 31">
            <a:extLst>
              <a:ext uri="{FF2B5EF4-FFF2-40B4-BE49-F238E27FC236}">
                <a16:creationId xmlns:a16="http://schemas.microsoft.com/office/drawing/2014/main" id="{C522273B-786D-EE40-9CC4-BB5B9D403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2765" y="4591369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3" name="Picture 41">
            <a:extLst>
              <a:ext uri="{FF2B5EF4-FFF2-40B4-BE49-F238E27FC236}">
                <a16:creationId xmlns:a16="http://schemas.microsoft.com/office/drawing/2014/main" id="{BF48BB7D-4150-FD42-9E24-E7B75D568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0410" y="5564665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4" name="Picture 41">
            <a:extLst>
              <a:ext uri="{FF2B5EF4-FFF2-40B4-BE49-F238E27FC236}">
                <a16:creationId xmlns:a16="http://schemas.microsoft.com/office/drawing/2014/main" id="{832F88A4-BAA6-F840-9D22-12D7B0C99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3324" y="5551119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6" name="肘形连接符 40">
            <a:extLst>
              <a:ext uri="{FF2B5EF4-FFF2-40B4-BE49-F238E27FC236}">
                <a16:creationId xmlns:a16="http://schemas.microsoft.com/office/drawing/2014/main" id="{324FB27B-471E-5F4E-AEC7-0B6CF313FED8}"/>
              </a:ext>
            </a:extLst>
          </p:cNvPr>
          <p:cNvCxnSpPr>
            <a:cxnSpLocks/>
            <a:stCxn id="262" idx="2"/>
            <a:endCxn id="263" idx="0"/>
          </p:cNvCxnSpPr>
          <p:nvPr/>
        </p:nvCxnSpPr>
        <p:spPr>
          <a:xfrm rot="16200000" flipH="1">
            <a:off x="9807791" y="5159441"/>
            <a:ext cx="420368" cy="390081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肘形连接符 40">
            <a:extLst>
              <a:ext uri="{FF2B5EF4-FFF2-40B4-BE49-F238E27FC236}">
                <a16:creationId xmlns:a16="http://schemas.microsoft.com/office/drawing/2014/main" id="{9C3D1A5F-728E-A84E-94AD-20D2B32B4763}"/>
              </a:ext>
            </a:extLst>
          </p:cNvPr>
          <p:cNvCxnSpPr>
            <a:cxnSpLocks/>
            <a:stCxn id="262" idx="2"/>
            <a:endCxn id="264" idx="0"/>
          </p:cNvCxnSpPr>
          <p:nvPr/>
        </p:nvCxnSpPr>
        <p:spPr>
          <a:xfrm rot="5400000">
            <a:off x="9406022" y="5134206"/>
            <a:ext cx="406821" cy="427005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文本框 123">
            <a:extLst>
              <a:ext uri="{FF2B5EF4-FFF2-40B4-BE49-F238E27FC236}">
                <a16:creationId xmlns:a16="http://schemas.microsoft.com/office/drawing/2014/main" id="{6DD083C1-863B-D443-A4D8-686ADDE87006}"/>
              </a:ext>
            </a:extLst>
          </p:cNvPr>
          <p:cNvSpPr txBox="1"/>
          <p:nvPr/>
        </p:nvSpPr>
        <p:spPr>
          <a:xfrm>
            <a:off x="9784963" y="4482631"/>
            <a:ext cx="1618364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汇聚交换机</a:t>
            </a:r>
            <a:endParaRPr lang="en-US" altLang="zh-CN" sz="1067" dirty="0"/>
          </a:p>
        </p:txBody>
      </p:sp>
      <p:sp>
        <p:nvSpPr>
          <p:cNvPr id="270" name="文本框 123">
            <a:extLst>
              <a:ext uri="{FF2B5EF4-FFF2-40B4-BE49-F238E27FC236}">
                <a16:creationId xmlns:a16="http://schemas.microsoft.com/office/drawing/2014/main" id="{3A4ECF20-C4D4-C343-91A0-54F2F29F5765}"/>
              </a:ext>
            </a:extLst>
          </p:cNvPr>
          <p:cNvSpPr txBox="1"/>
          <p:nvPr/>
        </p:nvSpPr>
        <p:spPr>
          <a:xfrm>
            <a:off x="8999674" y="5820972"/>
            <a:ext cx="1618364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接入交换机</a:t>
            </a:r>
            <a:endParaRPr lang="en-US" altLang="zh-CN" sz="1067" dirty="0"/>
          </a:p>
          <a:p>
            <a:r>
              <a:rPr lang="zh-CN" altLang="en-US" sz="1067" dirty="0"/>
              <a:t>住院楼</a:t>
            </a:r>
          </a:p>
        </p:txBody>
      </p:sp>
      <p:sp>
        <p:nvSpPr>
          <p:cNvPr id="232" name="圆角矩形 231">
            <a:extLst>
              <a:ext uri="{FF2B5EF4-FFF2-40B4-BE49-F238E27FC236}">
                <a16:creationId xmlns:a16="http://schemas.microsoft.com/office/drawing/2014/main" id="{F00A9B66-8D51-064B-A75B-817CB063AFBA}"/>
              </a:ext>
            </a:extLst>
          </p:cNvPr>
          <p:cNvSpPr/>
          <p:nvPr/>
        </p:nvSpPr>
        <p:spPr>
          <a:xfrm>
            <a:off x="6388956" y="4319740"/>
            <a:ext cx="2011644" cy="2137377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90287"/>
            <a:ext cx="3352800" cy="1020576"/>
          </a:xfrm>
        </p:spPr>
        <p:txBody>
          <a:bodyPr>
            <a:normAutofit/>
          </a:bodyPr>
          <a:lstStyle/>
          <a:p>
            <a:r>
              <a:rPr lang="en-US" dirty="0" err="1"/>
              <a:t>项目拓扑</a:t>
            </a:r>
            <a:endParaRPr lang="en-US" dirty="0"/>
          </a:p>
        </p:txBody>
      </p:sp>
      <p:cxnSp>
        <p:nvCxnSpPr>
          <p:cNvPr id="162" name="直接连接符 76"/>
          <p:cNvCxnSpPr/>
          <p:nvPr/>
        </p:nvCxnSpPr>
        <p:spPr>
          <a:xfrm>
            <a:off x="5248753" y="3067176"/>
            <a:ext cx="1780579" cy="0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74"/>
          <p:cNvCxnSpPr/>
          <p:nvPr/>
        </p:nvCxnSpPr>
        <p:spPr>
          <a:xfrm>
            <a:off x="4998997" y="2917616"/>
            <a:ext cx="1780579" cy="0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椭圆 2"/>
          <p:cNvSpPr/>
          <p:nvPr/>
        </p:nvSpPr>
        <p:spPr>
          <a:xfrm>
            <a:off x="5976334" y="2811257"/>
            <a:ext cx="149741" cy="301863"/>
          </a:xfrm>
          <a:prstGeom prst="ellips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667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7" name="直接连接符 40"/>
          <p:cNvCxnSpPr/>
          <p:nvPr/>
        </p:nvCxnSpPr>
        <p:spPr>
          <a:xfrm flipH="1">
            <a:off x="174977" y="2849837"/>
            <a:ext cx="711200" cy="1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直接连接符 102"/>
          <p:cNvCxnSpPr>
            <a:cxnSpLocks/>
            <a:stCxn id="305" idx="2"/>
            <a:endCxn id="233" idx="0"/>
          </p:cNvCxnSpPr>
          <p:nvPr/>
        </p:nvCxnSpPr>
        <p:spPr>
          <a:xfrm>
            <a:off x="5029679" y="3354941"/>
            <a:ext cx="2397437" cy="1212767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直接连接符 106"/>
          <p:cNvCxnSpPr>
            <a:cxnSpLocks/>
            <a:stCxn id="306" idx="2"/>
            <a:endCxn id="233" idx="0"/>
          </p:cNvCxnSpPr>
          <p:nvPr/>
        </p:nvCxnSpPr>
        <p:spPr>
          <a:xfrm>
            <a:off x="7048378" y="3354942"/>
            <a:ext cx="378738" cy="1212766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接连接符 5"/>
          <p:cNvCxnSpPr>
            <a:cxnSpLocks/>
            <a:stCxn id="305" idx="2"/>
            <a:endCxn id="320" idx="0"/>
          </p:cNvCxnSpPr>
          <p:nvPr/>
        </p:nvCxnSpPr>
        <p:spPr>
          <a:xfrm>
            <a:off x="5029679" y="3354941"/>
            <a:ext cx="4666809" cy="1210108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连接符 9"/>
          <p:cNvCxnSpPr>
            <a:cxnSpLocks/>
            <a:stCxn id="306" idx="2"/>
            <a:endCxn id="320" idx="0"/>
          </p:cNvCxnSpPr>
          <p:nvPr/>
        </p:nvCxnSpPr>
        <p:spPr>
          <a:xfrm>
            <a:off x="7048378" y="3354942"/>
            <a:ext cx="2648110" cy="1210107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文本框 15"/>
          <p:cNvSpPr txBox="1"/>
          <p:nvPr/>
        </p:nvSpPr>
        <p:spPr>
          <a:xfrm>
            <a:off x="5198777" y="3073835"/>
            <a:ext cx="164349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en-US" altLang="en-US" sz="1067" dirty="0" err="1"/>
              <a:t>内网核心交换机</a:t>
            </a:r>
            <a:endParaRPr lang="en-US" altLang="zh-CN" sz="1067" dirty="0"/>
          </a:p>
        </p:txBody>
      </p:sp>
      <p:cxnSp>
        <p:nvCxnSpPr>
          <p:cNvPr id="444" name="直接连接符 40"/>
          <p:cNvCxnSpPr/>
          <p:nvPr/>
        </p:nvCxnSpPr>
        <p:spPr>
          <a:xfrm flipH="1">
            <a:off x="156636" y="3178716"/>
            <a:ext cx="711200" cy="1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直接连接符 40"/>
          <p:cNvCxnSpPr/>
          <p:nvPr/>
        </p:nvCxnSpPr>
        <p:spPr>
          <a:xfrm flipH="1">
            <a:off x="174977" y="3459436"/>
            <a:ext cx="711200" cy="1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文本框 123"/>
          <p:cNvSpPr txBox="1"/>
          <p:nvPr/>
        </p:nvSpPr>
        <p:spPr>
          <a:xfrm>
            <a:off x="677332" y="3037032"/>
            <a:ext cx="11176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10G</a:t>
            </a:r>
            <a:endParaRPr lang="zh-CN" altLang="en-US" sz="10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4" name="文本框 123"/>
          <p:cNvSpPr txBox="1"/>
          <p:nvPr/>
        </p:nvSpPr>
        <p:spPr>
          <a:xfrm>
            <a:off x="688524" y="3334037"/>
            <a:ext cx="11176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100G</a:t>
            </a:r>
            <a:endParaRPr lang="zh-CN" altLang="en-US" sz="10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5" name="Picture 2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760878" y="2588644"/>
            <a:ext cx="537601" cy="7662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08" name="直接连接符 3"/>
          <p:cNvCxnSpPr>
            <a:cxnSpLocks/>
            <a:stCxn id="504" idx="2"/>
            <a:endCxn id="305" idx="0"/>
          </p:cNvCxnSpPr>
          <p:nvPr/>
        </p:nvCxnSpPr>
        <p:spPr>
          <a:xfrm flipH="1">
            <a:off x="5029679" y="1748514"/>
            <a:ext cx="5236373" cy="840130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直接连接符 3"/>
          <p:cNvCxnSpPr>
            <a:cxnSpLocks/>
            <a:stCxn id="505" idx="2"/>
            <a:endCxn id="306" idx="0"/>
          </p:cNvCxnSpPr>
          <p:nvPr/>
        </p:nvCxnSpPr>
        <p:spPr>
          <a:xfrm flipH="1">
            <a:off x="7048378" y="1744032"/>
            <a:ext cx="3850952" cy="844611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直接连接符 74"/>
          <p:cNvCxnSpPr/>
          <p:nvPr/>
        </p:nvCxnSpPr>
        <p:spPr>
          <a:xfrm>
            <a:off x="4477981" y="1343989"/>
            <a:ext cx="3040419" cy="27496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直接连接符 3"/>
          <p:cNvCxnSpPr/>
          <p:nvPr/>
        </p:nvCxnSpPr>
        <p:spPr>
          <a:xfrm>
            <a:off x="7518401" y="906822"/>
            <a:ext cx="4111" cy="433440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直接连接符 3"/>
          <p:cNvCxnSpPr/>
          <p:nvPr/>
        </p:nvCxnSpPr>
        <p:spPr>
          <a:xfrm>
            <a:off x="6868161" y="906769"/>
            <a:ext cx="4111" cy="433440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直接连接符 3"/>
          <p:cNvCxnSpPr/>
          <p:nvPr/>
        </p:nvCxnSpPr>
        <p:spPr>
          <a:xfrm>
            <a:off x="6285654" y="906769"/>
            <a:ext cx="4111" cy="433440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直接连接符 3"/>
          <p:cNvCxnSpPr/>
          <p:nvPr/>
        </p:nvCxnSpPr>
        <p:spPr>
          <a:xfrm>
            <a:off x="5662507" y="906769"/>
            <a:ext cx="4111" cy="433440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直接连接符 3"/>
          <p:cNvCxnSpPr/>
          <p:nvPr/>
        </p:nvCxnSpPr>
        <p:spPr>
          <a:xfrm>
            <a:off x="5039361" y="906769"/>
            <a:ext cx="4111" cy="433440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直接连接符 3"/>
          <p:cNvCxnSpPr/>
          <p:nvPr/>
        </p:nvCxnSpPr>
        <p:spPr>
          <a:xfrm>
            <a:off x="4470401" y="893222"/>
            <a:ext cx="4111" cy="433440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0" name="Picture 67" descr="File Server_Updated200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80747" y="425863"/>
            <a:ext cx="406400" cy="543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7" name="Picture 67" descr="File Server_Updated200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90347" y="425863"/>
            <a:ext cx="406400" cy="543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0" name="Picture 67" descr="File Server_Updated200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99947" y="425863"/>
            <a:ext cx="406400" cy="543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1" name="Picture 67" descr="File Server_Updated200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0" y="425863"/>
            <a:ext cx="406400" cy="543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2" name="Picture 67" descr="File Server_Updated200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5600" y="425863"/>
            <a:ext cx="406400" cy="543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3" name="Picture 67" descr="File Server_Updated200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15200" y="425863"/>
            <a:ext cx="406400" cy="543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30" name="直接连接符 3"/>
          <p:cNvCxnSpPr>
            <a:cxnSpLocks/>
            <a:endCxn id="305" idx="0"/>
          </p:cNvCxnSpPr>
          <p:nvPr/>
        </p:nvCxnSpPr>
        <p:spPr>
          <a:xfrm flipH="1">
            <a:off x="5029679" y="2283843"/>
            <a:ext cx="9683" cy="304800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1" name="直接连接符 3"/>
          <p:cNvCxnSpPr>
            <a:cxnSpLocks/>
            <a:stCxn id="140" idx="2"/>
            <a:endCxn id="306" idx="0"/>
          </p:cNvCxnSpPr>
          <p:nvPr/>
        </p:nvCxnSpPr>
        <p:spPr>
          <a:xfrm>
            <a:off x="6953526" y="2326601"/>
            <a:ext cx="94852" cy="262042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2" name="文本框 15"/>
          <p:cNvSpPr txBox="1"/>
          <p:nvPr/>
        </p:nvSpPr>
        <p:spPr>
          <a:xfrm>
            <a:off x="5547360" y="93969"/>
            <a:ext cx="1061491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67" b="1" dirty="0">
                <a:latin typeface="华文楷体"/>
                <a:ea typeface="华文楷体"/>
                <a:cs typeface="华文楷体"/>
              </a:rPr>
              <a:t>服务器群</a:t>
            </a:r>
          </a:p>
        </p:txBody>
      </p:sp>
      <p:sp>
        <p:nvSpPr>
          <p:cNvPr id="150" name="文本框 15">
            <a:extLst>
              <a:ext uri="{FF2B5EF4-FFF2-40B4-BE49-F238E27FC236}">
                <a16:creationId xmlns:a16="http://schemas.microsoft.com/office/drawing/2014/main" id="{67D77D79-05DA-AB45-A7B5-AB09B84BB89C}"/>
              </a:ext>
            </a:extLst>
          </p:cNvPr>
          <p:cNvSpPr txBox="1"/>
          <p:nvPr/>
        </p:nvSpPr>
        <p:spPr>
          <a:xfrm>
            <a:off x="9611789" y="841622"/>
            <a:ext cx="1884149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设备网</a:t>
            </a:r>
            <a:endParaRPr lang="en-US" altLang="zh-CN" sz="1067" dirty="0"/>
          </a:p>
          <a:p>
            <a:r>
              <a:rPr lang="zh-CN" altLang="en-US" sz="1067" dirty="0"/>
              <a:t>核心交换机</a:t>
            </a:r>
          </a:p>
        </p:txBody>
      </p:sp>
      <p:pic>
        <p:nvPicPr>
          <p:cNvPr id="233" name="Picture 31">
            <a:extLst>
              <a:ext uri="{FF2B5EF4-FFF2-40B4-BE49-F238E27FC236}">
                <a16:creationId xmlns:a16="http://schemas.microsoft.com/office/drawing/2014/main" id="{3EE53DF3-FC6D-104F-A051-B1AEAEFDE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946" y="4567708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" name="Picture 41">
            <a:extLst>
              <a:ext uri="{FF2B5EF4-FFF2-40B4-BE49-F238E27FC236}">
                <a16:creationId xmlns:a16="http://schemas.microsoft.com/office/drawing/2014/main" id="{820F7A29-E746-2F41-9D84-8F8781D65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592" y="5541004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6" name="Picture 41">
            <a:extLst>
              <a:ext uri="{FF2B5EF4-FFF2-40B4-BE49-F238E27FC236}">
                <a16:creationId xmlns:a16="http://schemas.microsoft.com/office/drawing/2014/main" id="{6C1334BE-D056-D844-93C0-A99339B4E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7505" y="5527457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8" name="肘形连接符 40">
            <a:extLst>
              <a:ext uri="{FF2B5EF4-FFF2-40B4-BE49-F238E27FC236}">
                <a16:creationId xmlns:a16="http://schemas.microsoft.com/office/drawing/2014/main" id="{6BC2B8AA-FE10-6E4F-96F7-06B9EB451B28}"/>
              </a:ext>
            </a:extLst>
          </p:cNvPr>
          <p:cNvCxnSpPr>
            <a:cxnSpLocks/>
            <a:stCxn id="233" idx="2"/>
            <a:endCxn id="235" idx="0"/>
          </p:cNvCxnSpPr>
          <p:nvPr/>
        </p:nvCxnSpPr>
        <p:spPr>
          <a:xfrm rot="16200000" flipH="1">
            <a:off x="7411972" y="5135780"/>
            <a:ext cx="420368" cy="390081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肘形连接符 40">
            <a:extLst>
              <a:ext uri="{FF2B5EF4-FFF2-40B4-BE49-F238E27FC236}">
                <a16:creationId xmlns:a16="http://schemas.microsoft.com/office/drawing/2014/main" id="{BF77ABF0-113D-E64B-A8B0-C43D54B87F0E}"/>
              </a:ext>
            </a:extLst>
          </p:cNvPr>
          <p:cNvCxnSpPr>
            <a:cxnSpLocks/>
            <a:stCxn id="233" idx="2"/>
            <a:endCxn id="236" idx="0"/>
          </p:cNvCxnSpPr>
          <p:nvPr/>
        </p:nvCxnSpPr>
        <p:spPr>
          <a:xfrm rot="5400000">
            <a:off x="7010203" y="5110544"/>
            <a:ext cx="406821" cy="427005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文本框 123">
            <a:extLst>
              <a:ext uri="{FF2B5EF4-FFF2-40B4-BE49-F238E27FC236}">
                <a16:creationId xmlns:a16="http://schemas.microsoft.com/office/drawing/2014/main" id="{85B25A24-776E-EF4E-8EB3-7842A8DBA9AC}"/>
              </a:ext>
            </a:extLst>
          </p:cNvPr>
          <p:cNvSpPr txBox="1"/>
          <p:nvPr/>
        </p:nvSpPr>
        <p:spPr>
          <a:xfrm>
            <a:off x="7335226" y="4479393"/>
            <a:ext cx="1618364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汇聚交换机</a:t>
            </a:r>
            <a:endParaRPr lang="en-US" altLang="zh-CN" sz="1067" dirty="0"/>
          </a:p>
        </p:txBody>
      </p:sp>
      <p:sp>
        <p:nvSpPr>
          <p:cNvPr id="243" name="文本框 123">
            <a:extLst>
              <a:ext uri="{FF2B5EF4-FFF2-40B4-BE49-F238E27FC236}">
                <a16:creationId xmlns:a16="http://schemas.microsoft.com/office/drawing/2014/main" id="{97190E55-2ECF-8C45-96BF-EEAC8F0FC0A3}"/>
              </a:ext>
            </a:extLst>
          </p:cNvPr>
          <p:cNvSpPr txBox="1"/>
          <p:nvPr/>
        </p:nvSpPr>
        <p:spPr>
          <a:xfrm>
            <a:off x="6572551" y="5788683"/>
            <a:ext cx="1618364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接入交换机</a:t>
            </a:r>
            <a:endParaRPr lang="en-US" altLang="zh-CN" sz="1067" dirty="0"/>
          </a:p>
          <a:p>
            <a:r>
              <a:rPr lang="zh-CN" altLang="en-US" sz="1067" dirty="0"/>
              <a:t>门诊楼</a:t>
            </a:r>
          </a:p>
        </p:txBody>
      </p:sp>
      <p:cxnSp>
        <p:nvCxnSpPr>
          <p:cNvPr id="288" name="直接连接符 40">
            <a:extLst>
              <a:ext uri="{FF2B5EF4-FFF2-40B4-BE49-F238E27FC236}">
                <a16:creationId xmlns:a16="http://schemas.microsoft.com/office/drawing/2014/main" id="{D1B294BD-ABB9-0442-8B6D-9AADA27BF818}"/>
              </a:ext>
            </a:extLst>
          </p:cNvPr>
          <p:cNvCxnSpPr>
            <a:cxnSpLocks/>
          </p:cNvCxnSpPr>
          <p:nvPr/>
        </p:nvCxnSpPr>
        <p:spPr>
          <a:xfrm flipH="1" flipV="1">
            <a:off x="9720835" y="5690414"/>
            <a:ext cx="205657" cy="2633"/>
          </a:xfrm>
          <a:prstGeom prst="line">
            <a:avLst/>
          </a:prstGeom>
          <a:ln w="12700" cmpd="sng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0" name="Picture 31">
            <a:extLst>
              <a:ext uri="{FF2B5EF4-FFF2-40B4-BE49-F238E27FC236}">
                <a16:creationId xmlns:a16="http://schemas.microsoft.com/office/drawing/2014/main" id="{03272AD8-4252-094D-AA89-429B75725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6318" y="4565049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1" name="直接连接符 3">
            <a:extLst>
              <a:ext uri="{FF2B5EF4-FFF2-40B4-BE49-F238E27FC236}">
                <a16:creationId xmlns:a16="http://schemas.microsoft.com/office/drawing/2014/main" id="{ED9A8C69-7FA0-374A-BEA9-A4483C4C3EB6}"/>
              </a:ext>
            </a:extLst>
          </p:cNvPr>
          <p:cNvCxnSpPr>
            <a:cxnSpLocks/>
            <a:stCxn id="139" idx="2"/>
            <a:endCxn id="306" idx="0"/>
          </p:cNvCxnSpPr>
          <p:nvPr/>
        </p:nvCxnSpPr>
        <p:spPr>
          <a:xfrm>
            <a:off x="5041599" y="2350351"/>
            <a:ext cx="2006779" cy="238292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3">
            <a:extLst>
              <a:ext uri="{FF2B5EF4-FFF2-40B4-BE49-F238E27FC236}">
                <a16:creationId xmlns:a16="http://schemas.microsoft.com/office/drawing/2014/main" id="{29824EDC-553C-C646-B1FC-D5DD23B0F98D}"/>
              </a:ext>
            </a:extLst>
          </p:cNvPr>
          <p:cNvCxnSpPr>
            <a:cxnSpLocks/>
            <a:stCxn id="305" idx="0"/>
            <a:endCxn id="140" idx="2"/>
          </p:cNvCxnSpPr>
          <p:nvPr/>
        </p:nvCxnSpPr>
        <p:spPr>
          <a:xfrm flipV="1">
            <a:off x="5029679" y="2326601"/>
            <a:ext cx="1923847" cy="262043"/>
          </a:xfrm>
          <a:prstGeom prst="line">
            <a:avLst/>
          </a:prstGeom>
          <a:ln w="12700" cmpd="sng"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5">
            <a:extLst>
              <a:ext uri="{FF2B5EF4-FFF2-40B4-BE49-F238E27FC236}">
                <a16:creationId xmlns:a16="http://schemas.microsoft.com/office/drawing/2014/main" id="{0207B9D5-EA85-2D4A-8DCF-1F31E366E8BA}"/>
              </a:ext>
            </a:extLst>
          </p:cNvPr>
          <p:cNvSpPr txBox="1"/>
          <p:nvPr/>
        </p:nvSpPr>
        <p:spPr>
          <a:xfrm>
            <a:off x="5166681" y="1596074"/>
            <a:ext cx="164349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en-US" altLang="en-US" sz="1067" dirty="0" err="1"/>
              <a:t>内网服务器交换机</a:t>
            </a:r>
            <a:endParaRPr lang="en-US" altLang="zh-CN" sz="1067" dirty="0"/>
          </a:p>
        </p:txBody>
      </p:sp>
      <p:cxnSp>
        <p:nvCxnSpPr>
          <p:cNvPr id="149" name="直接连接符 76">
            <a:extLst>
              <a:ext uri="{FF2B5EF4-FFF2-40B4-BE49-F238E27FC236}">
                <a16:creationId xmlns:a16="http://schemas.microsoft.com/office/drawing/2014/main" id="{B76ACA70-41CE-2342-8537-3985BF1A94E5}"/>
              </a:ext>
            </a:extLst>
          </p:cNvPr>
          <p:cNvCxnSpPr>
            <a:cxnSpLocks/>
          </p:cNvCxnSpPr>
          <p:nvPr/>
        </p:nvCxnSpPr>
        <p:spPr>
          <a:xfrm flipV="1">
            <a:off x="10158694" y="1558098"/>
            <a:ext cx="786818" cy="9646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Picture 31">
            <a:extLst>
              <a:ext uri="{FF2B5EF4-FFF2-40B4-BE49-F238E27FC236}">
                <a16:creationId xmlns:a16="http://schemas.microsoft.com/office/drawing/2014/main" id="{570EA268-DCBB-B747-AFF2-89D69FDF6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1429" y="1797423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0" name="Picture 31">
            <a:extLst>
              <a:ext uri="{FF2B5EF4-FFF2-40B4-BE49-F238E27FC236}">
                <a16:creationId xmlns:a16="http://schemas.microsoft.com/office/drawing/2014/main" id="{9FD803D0-0E46-2940-A904-930DDC806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356" y="1773673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0" name="直接连接符 3">
            <a:extLst>
              <a:ext uri="{FF2B5EF4-FFF2-40B4-BE49-F238E27FC236}">
                <a16:creationId xmlns:a16="http://schemas.microsoft.com/office/drawing/2014/main" id="{CCE3114E-A21A-3749-AE12-3B4F23DA9525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5041599" y="1298786"/>
            <a:ext cx="0" cy="498637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3">
            <a:extLst>
              <a:ext uri="{FF2B5EF4-FFF2-40B4-BE49-F238E27FC236}">
                <a16:creationId xmlns:a16="http://schemas.microsoft.com/office/drawing/2014/main" id="{FE645E8A-6C2D-A743-B418-826706091894}"/>
              </a:ext>
            </a:extLst>
          </p:cNvPr>
          <p:cNvCxnSpPr>
            <a:cxnSpLocks/>
            <a:endCxn id="140" idx="0"/>
          </p:cNvCxnSpPr>
          <p:nvPr/>
        </p:nvCxnSpPr>
        <p:spPr>
          <a:xfrm>
            <a:off x="6953526" y="1334901"/>
            <a:ext cx="0" cy="438772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文本框 123">
            <a:extLst>
              <a:ext uri="{FF2B5EF4-FFF2-40B4-BE49-F238E27FC236}">
                <a16:creationId xmlns:a16="http://schemas.microsoft.com/office/drawing/2014/main" id="{02B35B1C-41F6-1046-8789-866DA5DE3B6C}"/>
              </a:ext>
            </a:extLst>
          </p:cNvPr>
          <p:cNvSpPr txBox="1"/>
          <p:nvPr/>
        </p:nvSpPr>
        <p:spPr>
          <a:xfrm>
            <a:off x="692830" y="2758062"/>
            <a:ext cx="1117600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1G</a:t>
            </a:r>
            <a:endParaRPr lang="zh-CN" altLang="en-US" sz="10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31">
            <a:extLst>
              <a:ext uri="{FF2B5EF4-FFF2-40B4-BE49-F238E27FC236}">
                <a16:creationId xmlns:a16="http://schemas.microsoft.com/office/drawing/2014/main" id="{ADE797C0-078B-57A5-3613-C3A4E05E5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11" y="4540674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41">
            <a:extLst>
              <a:ext uri="{FF2B5EF4-FFF2-40B4-BE49-F238E27FC236}">
                <a16:creationId xmlns:a16="http://schemas.microsoft.com/office/drawing/2014/main" id="{157646CB-A410-8E83-12CB-7D0CCF58A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834" y="2807616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41">
            <a:extLst>
              <a:ext uri="{FF2B5EF4-FFF2-40B4-BE49-F238E27FC236}">
                <a16:creationId xmlns:a16="http://schemas.microsoft.com/office/drawing/2014/main" id="{ACD94207-2C0B-FDB5-8530-10303F78C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0840" y="2816684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41">
            <a:extLst>
              <a:ext uri="{FF2B5EF4-FFF2-40B4-BE49-F238E27FC236}">
                <a16:creationId xmlns:a16="http://schemas.microsoft.com/office/drawing/2014/main" id="{CFFEF442-C9F1-B2C7-18E0-9AD66BD3C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2634" y="2819491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41">
            <a:extLst>
              <a:ext uri="{FF2B5EF4-FFF2-40B4-BE49-F238E27FC236}">
                <a16:creationId xmlns:a16="http://schemas.microsoft.com/office/drawing/2014/main" id="{943E8722-EC2E-5E6E-68D8-F663E1EBD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640" y="2828559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直接连接符 40">
            <a:extLst>
              <a:ext uri="{FF2B5EF4-FFF2-40B4-BE49-F238E27FC236}">
                <a16:creationId xmlns:a16="http://schemas.microsoft.com/office/drawing/2014/main" id="{34FF7B8F-2B58-7704-F3AF-144CE23FD431}"/>
              </a:ext>
            </a:extLst>
          </p:cNvPr>
          <p:cNvCxnSpPr>
            <a:cxnSpLocks/>
            <a:stCxn id="504" idx="2"/>
            <a:endCxn id="14" idx="0"/>
          </p:cNvCxnSpPr>
          <p:nvPr/>
        </p:nvCxnSpPr>
        <p:spPr>
          <a:xfrm flipH="1">
            <a:off x="9076440" y="1748514"/>
            <a:ext cx="1189612" cy="1059102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40">
            <a:extLst>
              <a:ext uri="{FF2B5EF4-FFF2-40B4-BE49-F238E27FC236}">
                <a16:creationId xmlns:a16="http://schemas.microsoft.com/office/drawing/2014/main" id="{5657F141-F8A4-5838-7249-3C3B72DB5EC3}"/>
              </a:ext>
            </a:extLst>
          </p:cNvPr>
          <p:cNvCxnSpPr>
            <a:cxnSpLocks/>
            <a:stCxn id="505" idx="2"/>
          </p:cNvCxnSpPr>
          <p:nvPr/>
        </p:nvCxnSpPr>
        <p:spPr>
          <a:xfrm flipH="1">
            <a:off x="9062061" y="1744032"/>
            <a:ext cx="1837269" cy="1075459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40">
            <a:extLst>
              <a:ext uri="{FF2B5EF4-FFF2-40B4-BE49-F238E27FC236}">
                <a16:creationId xmlns:a16="http://schemas.microsoft.com/office/drawing/2014/main" id="{F1F0A430-E7C5-7259-60F4-9CB71B4DE0DB}"/>
              </a:ext>
            </a:extLst>
          </p:cNvPr>
          <p:cNvCxnSpPr>
            <a:cxnSpLocks/>
            <a:stCxn id="505" idx="2"/>
            <a:endCxn id="15" idx="0"/>
          </p:cNvCxnSpPr>
          <p:nvPr/>
        </p:nvCxnSpPr>
        <p:spPr>
          <a:xfrm flipH="1">
            <a:off x="9973446" y="1744032"/>
            <a:ext cx="925884" cy="1072652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40">
            <a:extLst>
              <a:ext uri="{FF2B5EF4-FFF2-40B4-BE49-F238E27FC236}">
                <a16:creationId xmlns:a16="http://schemas.microsoft.com/office/drawing/2014/main" id="{8500493B-FE60-EC35-EFC8-1796EB78A91E}"/>
              </a:ext>
            </a:extLst>
          </p:cNvPr>
          <p:cNvCxnSpPr>
            <a:cxnSpLocks/>
            <a:stCxn id="504" idx="2"/>
            <a:endCxn id="18" idx="0"/>
          </p:cNvCxnSpPr>
          <p:nvPr/>
        </p:nvCxnSpPr>
        <p:spPr>
          <a:xfrm>
            <a:off x="10266052" y="1748514"/>
            <a:ext cx="639188" cy="1070977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1231566-C3B7-FA3B-49AD-E6A2806519FC}"/>
              </a:ext>
            </a:extLst>
          </p:cNvPr>
          <p:cNvCxnSpPr>
            <a:cxnSpLocks/>
            <a:stCxn id="505" idx="2"/>
            <a:endCxn id="18" idx="0"/>
          </p:cNvCxnSpPr>
          <p:nvPr/>
        </p:nvCxnSpPr>
        <p:spPr>
          <a:xfrm>
            <a:off x="10899330" y="1744032"/>
            <a:ext cx="5910" cy="1075459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0">
            <a:extLst>
              <a:ext uri="{FF2B5EF4-FFF2-40B4-BE49-F238E27FC236}">
                <a16:creationId xmlns:a16="http://schemas.microsoft.com/office/drawing/2014/main" id="{31883439-6504-7DDD-769D-AB03D77A3582}"/>
              </a:ext>
            </a:extLst>
          </p:cNvPr>
          <p:cNvCxnSpPr>
            <a:cxnSpLocks/>
            <a:stCxn id="505" idx="2"/>
            <a:endCxn id="19" idx="0"/>
          </p:cNvCxnSpPr>
          <p:nvPr/>
        </p:nvCxnSpPr>
        <p:spPr>
          <a:xfrm>
            <a:off x="10899330" y="1744032"/>
            <a:ext cx="902916" cy="1084527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0">
            <a:extLst>
              <a:ext uri="{FF2B5EF4-FFF2-40B4-BE49-F238E27FC236}">
                <a16:creationId xmlns:a16="http://schemas.microsoft.com/office/drawing/2014/main" id="{E18E5BD1-4E13-AA0A-652C-25326C405087}"/>
              </a:ext>
            </a:extLst>
          </p:cNvPr>
          <p:cNvCxnSpPr>
            <a:cxnSpLocks/>
            <a:stCxn id="504" idx="2"/>
            <a:endCxn id="19" idx="0"/>
          </p:cNvCxnSpPr>
          <p:nvPr/>
        </p:nvCxnSpPr>
        <p:spPr>
          <a:xfrm>
            <a:off x="10266052" y="1748514"/>
            <a:ext cx="1536194" cy="1080045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40">
            <a:extLst>
              <a:ext uri="{FF2B5EF4-FFF2-40B4-BE49-F238E27FC236}">
                <a16:creationId xmlns:a16="http://schemas.microsoft.com/office/drawing/2014/main" id="{44B146BE-1093-572B-25F1-55B9F9AFD4D5}"/>
              </a:ext>
            </a:extLst>
          </p:cNvPr>
          <p:cNvCxnSpPr>
            <a:cxnSpLocks/>
            <a:stCxn id="504" idx="2"/>
            <a:endCxn id="15" idx="0"/>
          </p:cNvCxnSpPr>
          <p:nvPr/>
        </p:nvCxnSpPr>
        <p:spPr>
          <a:xfrm flipH="1">
            <a:off x="9973446" y="1748514"/>
            <a:ext cx="292606" cy="1068170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40">
            <a:extLst>
              <a:ext uri="{FF2B5EF4-FFF2-40B4-BE49-F238E27FC236}">
                <a16:creationId xmlns:a16="http://schemas.microsoft.com/office/drawing/2014/main" id="{89E0FD6C-79A2-B3CB-F7B9-2B0B45F70365}"/>
              </a:ext>
            </a:extLst>
          </p:cNvPr>
          <p:cNvCxnSpPr>
            <a:cxnSpLocks/>
          </p:cNvCxnSpPr>
          <p:nvPr/>
        </p:nvCxnSpPr>
        <p:spPr>
          <a:xfrm flipH="1">
            <a:off x="10343825" y="2925169"/>
            <a:ext cx="217548" cy="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76">
            <a:extLst>
              <a:ext uri="{FF2B5EF4-FFF2-40B4-BE49-F238E27FC236}">
                <a16:creationId xmlns:a16="http://schemas.microsoft.com/office/drawing/2014/main" id="{23CD5B9B-3B46-0E7E-7884-D009A1548AC2}"/>
              </a:ext>
            </a:extLst>
          </p:cNvPr>
          <p:cNvCxnSpPr>
            <a:cxnSpLocks/>
          </p:cNvCxnSpPr>
          <p:nvPr/>
        </p:nvCxnSpPr>
        <p:spPr>
          <a:xfrm flipV="1">
            <a:off x="10146818" y="1451220"/>
            <a:ext cx="786818" cy="9646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4" name="Picture 11" descr="IOSfirewall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4578" y="1240514"/>
            <a:ext cx="40294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5" name="Picture 11" descr="IOSfirewall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6130" y="1231679"/>
            <a:ext cx="406400" cy="512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2" name="文本框 15">
            <a:extLst>
              <a:ext uri="{FF2B5EF4-FFF2-40B4-BE49-F238E27FC236}">
                <a16:creationId xmlns:a16="http://schemas.microsoft.com/office/drawing/2014/main" id="{7A96A14D-36BA-602C-DFFB-A9037DDA1BD1}"/>
              </a:ext>
            </a:extLst>
          </p:cNvPr>
          <p:cNvSpPr txBox="1"/>
          <p:nvPr/>
        </p:nvSpPr>
        <p:spPr>
          <a:xfrm>
            <a:off x="9466639" y="3080471"/>
            <a:ext cx="1884149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设备网</a:t>
            </a:r>
            <a:endParaRPr lang="en-US" altLang="zh-CN" sz="1067" dirty="0"/>
          </a:p>
          <a:p>
            <a:r>
              <a:rPr lang="zh-CN" altLang="en-US" sz="1067" dirty="0"/>
              <a:t>接入交换机</a:t>
            </a:r>
          </a:p>
        </p:txBody>
      </p:sp>
      <p:cxnSp>
        <p:nvCxnSpPr>
          <p:cNvPr id="459" name="直接连接符 40">
            <a:extLst>
              <a:ext uri="{FF2B5EF4-FFF2-40B4-BE49-F238E27FC236}">
                <a16:creationId xmlns:a16="http://schemas.microsoft.com/office/drawing/2014/main" id="{FF578C91-A06D-6931-6D72-5A38A41D1739}"/>
              </a:ext>
            </a:extLst>
          </p:cNvPr>
          <p:cNvCxnSpPr>
            <a:cxnSpLocks/>
          </p:cNvCxnSpPr>
          <p:nvPr/>
        </p:nvCxnSpPr>
        <p:spPr>
          <a:xfrm flipH="1" flipV="1">
            <a:off x="7278905" y="5678382"/>
            <a:ext cx="205657" cy="2633"/>
          </a:xfrm>
          <a:prstGeom prst="line">
            <a:avLst/>
          </a:prstGeom>
          <a:ln w="12700" cmpd="sng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3" name="圆角矩形 462">
            <a:extLst>
              <a:ext uri="{FF2B5EF4-FFF2-40B4-BE49-F238E27FC236}">
                <a16:creationId xmlns:a16="http://schemas.microsoft.com/office/drawing/2014/main" id="{13FDD3C9-784A-185E-F41E-88FB8E9D7054}"/>
              </a:ext>
            </a:extLst>
          </p:cNvPr>
          <p:cNvSpPr/>
          <p:nvPr/>
        </p:nvSpPr>
        <p:spPr>
          <a:xfrm>
            <a:off x="1318987" y="4319740"/>
            <a:ext cx="2011644" cy="2137377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400" dirty="0"/>
          </a:p>
        </p:txBody>
      </p:sp>
      <p:pic>
        <p:nvPicPr>
          <p:cNvPr id="464" name="Picture 31">
            <a:extLst>
              <a:ext uri="{FF2B5EF4-FFF2-40B4-BE49-F238E27FC236}">
                <a16:creationId xmlns:a16="http://schemas.microsoft.com/office/drawing/2014/main" id="{7A0996DB-47F3-E49B-6C10-0351E4928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977" y="4567708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5" name="Picture 41">
            <a:extLst>
              <a:ext uri="{FF2B5EF4-FFF2-40B4-BE49-F238E27FC236}">
                <a16:creationId xmlns:a16="http://schemas.microsoft.com/office/drawing/2014/main" id="{F95280D5-1161-AB14-CBA6-B6D5DFFC3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623" y="5541004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6" name="Picture 41">
            <a:extLst>
              <a:ext uri="{FF2B5EF4-FFF2-40B4-BE49-F238E27FC236}">
                <a16:creationId xmlns:a16="http://schemas.microsoft.com/office/drawing/2014/main" id="{EDC76952-C434-1616-A4FE-26906866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536" y="5527457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67" name="肘形连接符 40">
            <a:extLst>
              <a:ext uri="{FF2B5EF4-FFF2-40B4-BE49-F238E27FC236}">
                <a16:creationId xmlns:a16="http://schemas.microsoft.com/office/drawing/2014/main" id="{81DC945B-78B0-4065-54C4-274B5876E091}"/>
              </a:ext>
            </a:extLst>
          </p:cNvPr>
          <p:cNvCxnSpPr>
            <a:cxnSpLocks/>
            <a:stCxn id="464" idx="2"/>
            <a:endCxn id="465" idx="0"/>
          </p:cNvCxnSpPr>
          <p:nvPr/>
        </p:nvCxnSpPr>
        <p:spPr>
          <a:xfrm rot="16200000" flipH="1">
            <a:off x="2342003" y="5135780"/>
            <a:ext cx="420368" cy="390081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肘形连接符 40">
            <a:extLst>
              <a:ext uri="{FF2B5EF4-FFF2-40B4-BE49-F238E27FC236}">
                <a16:creationId xmlns:a16="http://schemas.microsoft.com/office/drawing/2014/main" id="{09767783-D715-3EFC-3CFB-6B19A99BEB3E}"/>
              </a:ext>
            </a:extLst>
          </p:cNvPr>
          <p:cNvCxnSpPr>
            <a:cxnSpLocks/>
            <a:stCxn id="464" idx="2"/>
            <a:endCxn id="466" idx="0"/>
          </p:cNvCxnSpPr>
          <p:nvPr/>
        </p:nvCxnSpPr>
        <p:spPr>
          <a:xfrm rot="5400000">
            <a:off x="1940234" y="5110544"/>
            <a:ext cx="406821" cy="427005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3" name="文本框 123">
            <a:extLst>
              <a:ext uri="{FF2B5EF4-FFF2-40B4-BE49-F238E27FC236}">
                <a16:creationId xmlns:a16="http://schemas.microsoft.com/office/drawing/2014/main" id="{581E32CE-B797-F65E-EEE4-C3213A771C38}"/>
              </a:ext>
            </a:extLst>
          </p:cNvPr>
          <p:cNvSpPr txBox="1"/>
          <p:nvPr/>
        </p:nvSpPr>
        <p:spPr>
          <a:xfrm>
            <a:off x="2265257" y="4479393"/>
            <a:ext cx="1618364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汇聚交换机</a:t>
            </a:r>
            <a:endParaRPr lang="en-US" altLang="zh-CN" sz="1067" dirty="0"/>
          </a:p>
        </p:txBody>
      </p:sp>
      <p:sp>
        <p:nvSpPr>
          <p:cNvPr id="476" name="文本框 123">
            <a:extLst>
              <a:ext uri="{FF2B5EF4-FFF2-40B4-BE49-F238E27FC236}">
                <a16:creationId xmlns:a16="http://schemas.microsoft.com/office/drawing/2014/main" id="{C0E5C2D9-A1FC-0DEA-7E06-35F715AAEEC4}"/>
              </a:ext>
            </a:extLst>
          </p:cNvPr>
          <p:cNvSpPr txBox="1"/>
          <p:nvPr/>
        </p:nvSpPr>
        <p:spPr>
          <a:xfrm>
            <a:off x="1502582" y="5788683"/>
            <a:ext cx="1618364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接入交换机</a:t>
            </a:r>
            <a:endParaRPr lang="en-US" altLang="zh-CN" sz="1067" dirty="0"/>
          </a:p>
          <a:p>
            <a:r>
              <a:rPr lang="zh-CN" altLang="en-US" sz="1067" dirty="0"/>
              <a:t>办公楼</a:t>
            </a:r>
          </a:p>
        </p:txBody>
      </p:sp>
      <p:pic>
        <p:nvPicPr>
          <p:cNvPr id="477" name="Picture 31">
            <a:extLst>
              <a:ext uri="{FF2B5EF4-FFF2-40B4-BE49-F238E27FC236}">
                <a16:creationId xmlns:a16="http://schemas.microsoft.com/office/drawing/2014/main" id="{3DD5D4EB-F00F-B525-2C2E-6A953E47B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642" y="4540674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78" name="直接连接符 40">
            <a:extLst>
              <a:ext uri="{FF2B5EF4-FFF2-40B4-BE49-F238E27FC236}">
                <a16:creationId xmlns:a16="http://schemas.microsoft.com/office/drawing/2014/main" id="{430BE17A-86BD-8BF3-E679-7D985E07CECE}"/>
              </a:ext>
            </a:extLst>
          </p:cNvPr>
          <p:cNvCxnSpPr>
            <a:cxnSpLocks/>
          </p:cNvCxnSpPr>
          <p:nvPr/>
        </p:nvCxnSpPr>
        <p:spPr>
          <a:xfrm flipH="1" flipV="1">
            <a:off x="2208936" y="5678382"/>
            <a:ext cx="205657" cy="2633"/>
          </a:xfrm>
          <a:prstGeom prst="line">
            <a:avLst/>
          </a:prstGeom>
          <a:ln w="12700" cmpd="sng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1" name="圆角矩形 480">
            <a:extLst>
              <a:ext uri="{FF2B5EF4-FFF2-40B4-BE49-F238E27FC236}">
                <a16:creationId xmlns:a16="http://schemas.microsoft.com/office/drawing/2014/main" id="{924B3E41-7530-B460-3D18-14C1BEBDAE3D}"/>
              </a:ext>
            </a:extLst>
          </p:cNvPr>
          <p:cNvSpPr/>
          <p:nvPr/>
        </p:nvSpPr>
        <p:spPr>
          <a:xfrm>
            <a:off x="3922002" y="4319740"/>
            <a:ext cx="2011644" cy="2137377"/>
          </a:xfrm>
          <a:prstGeom prst="round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2400" dirty="0"/>
          </a:p>
        </p:txBody>
      </p:sp>
      <p:pic>
        <p:nvPicPr>
          <p:cNvPr id="482" name="Picture 31">
            <a:extLst>
              <a:ext uri="{FF2B5EF4-FFF2-40B4-BE49-F238E27FC236}">
                <a16:creationId xmlns:a16="http://schemas.microsoft.com/office/drawing/2014/main" id="{B0F662CD-9D5D-2445-BCAE-39AD46079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92" y="4567708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3" name="Picture 41">
            <a:extLst>
              <a:ext uri="{FF2B5EF4-FFF2-40B4-BE49-F238E27FC236}">
                <a16:creationId xmlns:a16="http://schemas.microsoft.com/office/drawing/2014/main" id="{2F3D7EC1-3541-1123-36E4-2149A8D35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7638" y="5541004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4" name="Picture 41">
            <a:extLst>
              <a:ext uri="{FF2B5EF4-FFF2-40B4-BE49-F238E27FC236}">
                <a16:creationId xmlns:a16="http://schemas.microsoft.com/office/drawing/2014/main" id="{71C37CAC-DE67-95DE-AC8C-DF700B0FC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551" y="5527457"/>
            <a:ext cx="585212" cy="250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85" name="肘形连接符 40">
            <a:extLst>
              <a:ext uri="{FF2B5EF4-FFF2-40B4-BE49-F238E27FC236}">
                <a16:creationId xmlns:a16="http://schemas.microsoft.com/office/drawing/2014/main" id="{976592AD-23D1-B1C5-F54A-1F73613C5B24}"/>
              </a:ext>
            </a:extLst>
          </p:cNvPr>
          <p:cNvCxnSpPr>
            <a:cxnSpLocks/>
            <a:stCxn id="482" idx="2"/>
            <a:endCxn id="483" idx="0"/>
          </p:cNvCxnSpPr>
          <p:nvPr/>
        </p:nvCxnSpPr>
        <p:spPr>
          <a:xfrm rot="16200000" flipH="1">
            <a:off x="4945018" y="5135780"/>
            <a:ext cx="420368" cy="390081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肘形连接符 40">
            <a:extLst>
              <a:ext uri="{FF2B5EF4-FFF2-40B4-BE49-F238E27FC236}">
                <a16:creationId xmlns:a16="http://schemas.microsoft.com/office/drawing/2014/main" id="{03F96F52-DF6D-9B25-5129-C0F9A0753E4B}"/>
              </a:ext>
            </a:extLst>
          </p:cNvPr>
          <p:cNvCxnSpPr>
            <a:cxnSpLocks/>
            <a:stCxn id="482" idx="2"/>
            <a:endCxn id="484" idx="0"/>
          </p:cNvCxnSpPr>
          <p:nvPr/>
        </p:nvCxnSpPr>
        <p:spPr>
          <a:xfrm rot="5400000">
            <a:off x="4543249" y="5110544"/>
            <a:ext cx="406821" cy="427005"/>
          </a:xfrm>
          <a:prstGeom prst="curvedConnector3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文本框 123">
            <a:extLst>
              <a:ext uri="{FF2B5EF4-FFF2-40B4-BE49-F238E27FC236}">
                <a16:creationId xmlns:a16="http://schemas.microsoft.com/office/drawing/2014/main" id="{2663B3C3-19B1-963D-BAAA-1C83FB7CFEB0}"/>
              </a:ext>
            </a:extLst>
          </p:cNvPr>
          <p:cNvSpPr txBox="1"/>
          <p:nvPr/>
        </p:nvSpPr>
        <p:spPr>
          <a:xfrm>
            <a:off x="4868272" y="4479393"/>
            <a:ext cx="1618364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汇聚交换机</a:t>
            </a:r>
            <a:endParaRPr lang="en-US" altLang="zh-CN" sz="1067" dirty="0"/>
          </a:p>
        </p:txBody>
      </p:sp>
      <p:sp>
        <p:nvSpPr>
          <p:cNvPr id="488" name="文本框 123">
            <a:extLst>
              <a:ext uri="{FF2B5EF4-FFF2-40B4-BE49-F238E27FC236}">
                <a16:creationId xmlns:a16="http://schemas.microsoft.com/office/drawing/2014/main" id="{632EE098-5312-DE43-EF96-13A277DA0568}"/>
              </a:ext>
            </a:extLst>
          </p:cNvPr>
          <p:cNvSpPr txBox="1"/>
          <p:nvPr/>
        </p:nvSpPr>
        <p:spPr>
          <a:xfrm>
            <a:off x="4105597" y="5788683"/>
            <a:ext cx="1618364" cy="42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zh-CN" altLang="en-US" sz="1067" dirty="0"/>
              <a:t>接入交换机</a:t>
            </a:r>
            <a:endParaRPr lang="en-US" altLang="zh-CN" sz="1067" dirty="0"/>
          </a:p>
          <a:p>
            <a:r>
              <a:rPr lang="zh-CN" altLang="en-US" sz="1067" dirty="0"/>
              <a:t>实验楼</a:t>
            </a:r>
          </a:p>
        </p:txBody>
      </p:sp>
      <p:pic>
        <p:nvPicPr>
          <p:cNvPr id="489" name="Picture 31">
            <a:extLst>
              <a:ext uri="{FF2B5EF4-FFF2-40B4-BE49-F238E27FC236}">
                <a16:creationId xmlns:a16="http://schemas.microsoft.com/office/drawing/2014/main" id="{788C0FA8-61FD-EC93-1368-65AE6B7C0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57" y="4540674"/>
            <a:ext cx="560340" cy="552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90" name="直接连接符 40">
            <a:extLst>
              <a:ext uri="{FF2B5EF4-FFF2-40B4-BE49-F238E27FC236}">
                <a16:creationId xmlns:a16="http://schemas.microsoft.com/office/drawing/2014/main" id="{C520363E-23A4-6404-8C21-208794C93B6A}"/>
              </a:ext>
            </a:extLst>
          </p:cNvPr>
          <p:cNvCxnSpPr>
            <a:cxnSpLocks/>
          </p:cNvCxnSpPr>
          <p:nvPr/>
        </p:nvCxnSpPr>
        <p:spPr>
          <a:xfrm flipH="1" flipV="1">
            <a:off x="4811951" y="5678382"/>
            <a:ext cx="205657" cy="2633"/>
          </a:xfrm>
          <a:prstGeom prst="line">
            <a:avLst/>
          </a:prstGeom>
          <a:ln w="12700" cmpd="sng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直接连接符 94"/>
          <p:cNvCxnSpPr>
            <a:cxnSpLocks/>
            <a:stCxn id="489" idx="0"/>
            <a:endCxn id="305" idx="2"/>
          </p:cNvCxnSpPr>
          <p:nvPr/>
        </p:nvCxnSpPr>
        <p:spPr>
          <a:xfrm flipV="1">
            <a:off x="4826827" y="3354941"/>
            <a:ext cx="202852" cy="1185733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7" name="直接连接符 94"/>
          <p:cNvCxnSpPr>
            <a:cxnSpLocks/>
            <a:stCxn id="489" idx="0"/>
            <a:endCxn id="306" idx="2"/>
          </p:cNvCxnSpPr>
          <p:nvPr/>
        </p:nvCxnSpPr>
        <p:spPr>
          <a:xfrm flipV="1">
            <a:off x="4826827" y="3354942"/>
            <a:ext cx="2221551" cy="1185732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直接连接符 94">
            <a:extLst>
              <a:ext uri="{FF2B5EF4-FFF2-40B4-BE49-F238E27FC236}">
                <a16:creationId xmlns:a16="http://schemas.microsoft.com/office/drawing/2014/main" id="{BBB4F6D6-0AF9-A750-172A-0E9B3A765DB5}"/>
              </a:ext>
            </a:extLst>
          </p:cNvPr>
          <p:cNvCxnSpPr>
            <a:cxnSpLocks/>
            <a:stCxn id="477" idx="0"/>
            <a:endCxn id="305" idx="2"/>
          </p:cNvCxnSpPr>
          <p:nvPr/>
        </p:nvCxnSpPr>
        <p:spPr>
          <a:xfrm flipV="1">
            <a:off x="2223812" y="3354941"/>
            <a:ext cx="2805867" cy="1185733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直接连接符 94">
            <a:extLst>
              <a:ext uri="{FF2B5EF4-FFF2-40B4-BE49-F238E27FC236}">
                <a16:creationId xmlns:a16="http://schemas.microsoft.com/office/drawing/2014/main" id="{537C532F-A46F-8BE3-C07D-1EC115A2133C}"/>
              </a:ext>
            </a:extLst>
          </p:cNvPr>
          <p:cNvCxnSpPr>
            <a:cxnSpLocks/>
            <a:stCxn id="477" idx="0"/>
            <a:endCxn id="306" idx="2"/>
          </p:cNvCxnSpPr>
          <p:nvPr/>
        </p:nvCxnSpPr>
        <p:spPr>
          <a:xfrm flipV="1">
            <a:off x="2223812" y="3354942"/>
            <a:ext cx="4824566" cy="1185732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7" descr="C:\Users\ecoffey\AppData\Local\Temp\Rar$DRa0.295\30029_Device_firewall_critical_64.png">
            <a:extLst>
              <a:ext uri="{FF2B5EF4-FFF2-40B4-BE49-F238E27FC236}">
                <a16:creationId xmlns:a16="http://schemas.microsoft.com/office/drawing/2014/main" id="{1F7A05DE-2B38-B4F4-F7AD-AC8AD2576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5469" y="1638778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7" descr="C:\Users\ecoffey\AppData\Local\Temp\Rar$DRa0.295\30029_Device_firewall_critical_64.png">
            <a:extLst>
              <a:ext uri="{FF2B5EF4-FFF2-40B4-BE49-F238E27FC236}">
                <a16:creationId xmlns:a16="http://schemas.microsoft.com/office/drawing/2014/main" id="{0F39F88F-212D-7A6D-AC48-645CAB09C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4145" y="188051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1" descr="C:\Users\ecoffey\AppData\Local\Temp\Rar$DRa0.340\Wireless LAN Controller\Png\Warning\Wireless-LAN-Controller_warning_64.png">
            <a:extLst>
              <a:ext uri="{FF2B5EF4-FFF2-40B4-BE49-F238E27FC236}">
                <a16:creationId xmlns:a16="http://schemas.microsoft.com/office/drawing/2014/main" id="{0AC1E10F-28EB-060D-09A1-8D339E4A6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8316" y="270473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直接连接符 40">
            <a:extLst>
              <a:ext uri="{FF2B5EF4-FFF2-40B4-BE49-F238E27FC236}">
                <a16:creationId xmlns:a16="http://schemas.microsoft.com/office/drawing/2014/main" id="{60FB4943-798A-DC8A-D58D-7EFC8F2329EE}"/>
              </a:ext>
            </a:extLst>
          </p:cNvPr>
          <p:cNvCxnSpPr/>
          <p:nvPr/>
        </p:nvCxnSpPr>
        <p:spPr>
          <a:xfrm flipH="1">
            <a:off x="7177439" y="3004764"/>
            <a:ext cx="711200" cy="1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40">
            <a:extLst>
              <a:ext uri="{FF2B5EF4-FFF2-40B4-BE49-F238E27FC236}">
                <a16:creationId xmlns:a16="http://schemas.microsoft.com/office/drawing/2014/main" id="{F2F255D1-3EE2-CA88-15BD-547B90226AD6}"/>
              </a:ext>
            </a:extLst>
          </p:cNvPr>
          <p:cNvCxnSpPr/>
          <p:nvPr/>
        </p:nvCxnSpPr>
        <p:spPr>
          <a:xfrm flipH="1">
            <a:off x="7166929" y="3088848"/>
            <a:ext cx="711200" cy="1"/>
          </a:xfrm>
          <a:prstGeom prst="line">
            <a:avLst/>
          </a:prstGeom>
          <a:ln w="127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6" name="Picture 2"/>
          <p:cNvPicPr>
            <a:picLocks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779577" y="2588643"/>
            <a:ext cx="537601" cy="766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1" descr="C:\Users\ecoffey\AppData\Local\Temp\Rar$DRa0.340\Wireless LAN Controller\Png\Warning\Wireless-LAN-Controller_warning_64.png">
            <a:extLst>
              <a:ext uri="{FF2B5EF4-FFF2-40B4-BE49-F238E27FC236}">
                <a16:creationId xmlns:a16="http://schemas.microsoft.com/office/drawing/2014/main" id="{86D6DC79-60F1-41E2-C290-5EF659051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840" y="2757291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FED887F3-1E78-89B2-77F7-AFCBB10D6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817" y="6087210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B1CD7490-0CF4-51E2-7349-FF4FD941E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72" y="6097598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2B045BD3-E634-A305-9B2D-5DAB6561A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1535" y="6034658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D1E61804-C471-C40F-DBD9-3F0DE4877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424" y="6034658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9ECD5584-5C0B-7A70-D58E-E58313635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0445" y="6034658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B0584D93-9046-825B-00C6-42B0DDEF1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887" y="6003127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9417F9D5-91B6-1128-6A04-1D074E7EA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658" y="6018665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30" descr="C:\Users\ecoffey\AppData\Local\Temp\Rar$DRa0.423\30103_Device_wireless_router_warning_64.png">
            <a:extLst>
              <a:ext uri="{FF2B5EF4-FFF2-40B4-BE49-F238E27FC236}">
                <a16:creationId xmlns:a16="http://schemas.microsoft.com/office/drawing/2014/main" id="{B27540E3-7E2E-2F77-C2C6-C13A113D7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100" y="5976623"/>
            <a:ext cx="244457" cy="24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文本框 15">
            <a:extLst>
              <a:ext uri="{FF2B5EF4-FFF2-40B4-BE49-F238E27FC236}">
                <a16:creationId xmlns:a16="http://schemas.microsoft.com/office/drawing/2014/main" id="{8B479B68-299D-BF53-80F4-AEE50237F83F}"/>
              </a:ext>
            </a:extLst>
          </p:cNvPr>
          <p:cNvSpPr txBox="1"/>
          <p:nvPr/>
        </p:nvSpPr>
        <p:spPr>
          <a:xfrm>
            <a:off x="2371495" y="2874139"/>
            <a:ext cx="164349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en-US" altLang="en-US" sz="1067" dirty="0" err="1"/>
              <a:t>无线控制器</a:t>
            </a:r>
            <a:endParaRPr lang="en-US" altLang="zh-CN" sz="1067" dirty="0"/>
          </a:p>
        </p:txBody>
      </p:sp>
      <p:sp>
        <p:nvSpPr>
          <p:cNvPr id="27" name="文本框 15">
            <a:extLst>
              <a:ext uri="{FF2B5EF4-FFF2-40B4-BE49-F238E27FC236}">
                <a16:creationId xmlns:a16="http://schemas.microsoft.com/office/drawing/2014/main" id="{1DE439CF-D472-A7D0-59B7-0D72E62CCC70}"/>
              </a:ext>
            </a:extLst>
          </p:cNvPr>
          <p:cNvSpPr txBox="1"/>
          <p:nvPr/>
        </p:nvSpPr>
        <p:spPr>
          <a:xfrm>
            <a:off x="7573951" y="2400795"/>
            <a:ext cx="164349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en-US" altLang="en-US" sz="1067" dirty="0" err="1"/>
              <a:t>边界防火墙</a:t>
            </a:r>
            <a:endParaRPr lang="en-US" altLang="zh-CN" sz="1067" dirty="0"/>
          </a:p>
        </p:txBody>
      </p:sp>
      <p:sp>
        <p:nvSpPr>
          <p:cNvPr id="28" name="文本框 15">
            <a:extLst>
              <a:ext uri="{FF2B5EF4-FFF2-40B4-BE49-F238E27FC236}">
                <a16:creationId xmlns:a16="http://schemas.microsoft.com/office/drawing/2014/main" id="{31FBDFC4-380B-0DAB-D05B-037EAFEB8B98}"/>
              </a:ext>
            </a:extLst>
          </p:cNvPr>
          <p:cNvSpPr txBox="1"/>
          <p:nvPr/>
        </p:nvSpPr>
        <p:spPr>
          <a:xfrm>
            <a:off x="1541178" y="6216429"/>
            <a:ext cx="164349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000" b="1">
                <a:latin typeface="华文楷体"/>
                <a:ea typeface="华文楷体"/>
                <a:cs typeface="华文楷体"/>
              </a:defRPr>
            </a:lvl1pPr>
          </a:lstStyle>
          <a:p>
            <a:r>
              <a:rPr lang="en-US" altLang="en-US" sz="1067" dirty="0"/>
              <a:t>AP</a:t>
            </a:r>
            <a:endParaRPr lang="en-US" altLang="zh-CN" sz="1067" dirty="0"/>
          </a:p>
        </p:txBody>
      </p:sp>
    </p:spTree>
    <p:extLst>
      <p:ext uri="{BB962C8B-B14F-4D97-AF65-F5344CB8AC3E}">
        <p14:creationId xmlns:p14="http://schemas.microsoft.com/office/powerpoint/2010/main" val="2507078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wipe dir="r"/>
      </p:transition>
    </mc:Choice>
    <mc:Fallback xmlns="">
      <p:transition xmlns:p14="http://schemas.microsoft.com/office/powerpoint/2010/main" spd="med">
        <p:wipe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2F1B5C-A0FF-FF6D-1827-BB123E0D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项目实施范围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776A03-77B7-1F5C-EDE3-ACF79CAF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054" y="1234344"/>
            <a:ext cx="10732437" cy="438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>
            <a:lvl1pPr marL="236538" indent="-236538" defTabSz="814388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814388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814388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814388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814388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143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内网设备清单：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en-US" altLang="zh-CN" sz="2000" b="1" dirty="0">
                <a:latin typeface="华文楷体" charset="-122"/>
                <a:ea typeface="华文楷体" charset="-122"/>
              </a:rPr>
              <a:t>2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台核心交换机（含辅件，如光模块等）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en-US" altLang="zh-CN" sz="2000" b="1" dirty="0">
                <a:latin typeface="华文楷体" charset="-122"/>
                <a:ea typeface="华文楷体" charset="-122"/>
              </a:rPr>
              <a:t>2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台服务器交换机（含辅件，如光模块等）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en-US" altLang="zh-CN" sz="2000" b="1" dirty="0">
                <a:latin typeface="华文楷体" charset="-122"/>
                <a:ea typeface="华文楷体" charset="-122"/>
              </a:rPr>
              <a:t>8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台汇聚交换机（含辅件，如光模块等）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若干台接入交换机（含辅件，如光模块等）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en-US" altLang="zh-CN" sz="2000" b="1" dirty="0">
                <a:latin typeface="华文楷体" charset="-122"/>
                <a:ea typeface="华文楷体" charset="-122"/>
              </a:rPr>
              <a:t>2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台无线控制器和若干数量无线</a:t>
            </a:r>
            <a:r>
              <a:rPr lang="en-US" altLang="zh-CN" sz="2000" b="1" dirty="0">
                <a:latin typeface="华文楷体" charset="-122"/>
                <a:ea typeface="华文楷体" charset="-122"/>
              </a:rPr>
              <a:t>AP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边界防火墙（含辅件，如光模块等）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236538" lvl="1" indent="-236538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设备网设备清单：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en-US" altLang="zh-CN" sz="2000" b="1" dirty="0">
                <a:latin typeface="华文楷体" charset="-122"/>
                <a:ea typeface="华文楷体" charset="-122"/>
              </a:rPr>
              <a:t>2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台核心交换机（含辅件，如光模块等）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若干台接入交换机（含辅件，如光模块等）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algn="l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实施内容：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所有设备的硬件安装和软件调试</a:t>
            </a: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r>
              <a:rPr lang="zh-CN" altLang="en-US" sz="2000" b="1" dirty="0">
                <a:latin typeface="华文楷体" charset="-122"/>
                <a:ea typeface="华文楷体" charset="-122"/>
              </a:rPr>
              <a:t>配套系统的架设（</a:t>
            </a:r>
            <a:r>
              <a:rPr lang="en-US" altLang="zh-CN" sz="2000" b="1" dirty="0">
                <a:latin typeface="华文楷体" charset="-122"/>
                <a:ea typeface="华文楷体" charset="-122"/>
              </a:rPr>
              <a:t>DHCP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服务器、</a:t>
            </a:r>
            <a:r>
              <a:rPr lang="en-US" altLang="zh-CN" sz="2000" b="1" dirty="0">
                <a:latin typeface="华文楷体" charset="-122"/>
                <a:ea typeface="华文楷体" charset="-122"/>
              </a:rPr>
              <a:t>NTP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服务器、</a:t>
            </a:r>
            <a:r>
              <a:rPr lang="en-US" altLang="zh-CN" sz="2000" b="1" dirty="0">
                <a:latin typeface="华文楷体" charset="-122"/>
                <a:ea typeface="华文楷体" charset="-122"/>
              </a:rPr>
              <a:t>syslog</a:t>
            </a:r>
            <a:r>
              <a:rPr lang="zh-CN" altLang="en-US" sz="2000" b="1" dirty="0">
                <a:latin typeface="华文楷体" charset="-122"/>
                <a:ea typeface="华文楷体" charset="-122"/>
              </a:rPr>
              <a:t>服务器等）</a:t>
            </a:r>
          </a:p>
          <a:p>
            <a:pPr marL="800100" lvl="1" indent="-3429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Char char="ü"/>
            </a:pP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algn="l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algn="l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endParaRPr lang="zh-CN" altLang="en-US" sz="2000" b="1" dirty="0">
              <a:latin typeface="华文楷体" charset="-122"/>
              <a:ea typeface="华文楷体" charset="-122"/>
            </a:endParaRPr>
          </a:p>
          <a:p>
            <a:pPr algn="l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endParaRPr lang="en-US" altLang="zh-CN" sz="2000" b="1" dirty="0">
              <a:latin typeface="华文楷体" charset="-122"/>
              <a:ea typeface="华文楷体" charset="-122"/>
            </a:endParaRPr>
          </a:p>
          <a:p>
            <a:pPr algn="l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endParaRPr lang="zh-CN" altLang="en-US" sz="2000" b="1" dirty="0">
              <a:latin typeface="华文楷体" charset="-122"/>
              <a:ea typeface="华文楷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613036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B8768-CE1F-0147-A376-67EC931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3" y="206606"/>
            <a:ext cx="11127317" cy="975783"/>
          </a:xfrm>
        </p:spPr>
        <p:txBody>
          <a:bodyPr/>
          <a:lstStyle/>
          <a:p>
            <a:r>
              <a:rPr kumimoji="1" lang="zh-CN" altLang="en-US" dirty="0"/>
              <a:t>项目实施技术规范（一）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4234A-02FD-D846-A3ED-B1ABFA64D50E}"/>
              </a:ext>
            </a:extLst>
          </p:cNvPr>
          <p:cNvSpPr/>
          <p:nvPr/>
        </p:nvSpPr>
        <p:spPr>
          <a:xfrm>
            <a:off x="859358" y="1182389"/>
            <a:ext cx="10185631" cy="5394548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内网和设备网独立组网，两网之间核心三层互联，访问控制通过四层防火墙安全策略实现。允许内网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8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个地址访问设备网，允许设备网设备访问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syslog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服务器和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NTP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内网三层架构组网，核心交换机与汇聚交换机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/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服务器交换机之间采用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OSPF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动态路由协议。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OSPF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协议开启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MD5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验证，直连或者静态路由重分发至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OSPF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（需考虑重分发时的过滤）。网关部署于汇聚层交换机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/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服务器交换机上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内网汇聚层交换机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/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服务器交换机均为双机，采用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HSRP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协议实现网关冗余，结合快速生成树技术实现快速收敛，指定汇聚层交换机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/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服务器交换机为主备根桥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内网和设备网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VLAN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信息采用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VTP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协议分发，必须配置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MD5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验证，设备时间采用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NTP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协议统一分发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部署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syslog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服务器，内网和设备网所有设备日志均集中至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syslog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800991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B8768-CE1F-0147-A376-67EC931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3" y="206606"/>
            <a:ext cx="11127317" cy="975783"/>
          </a:xfrm>
        </p:spPr>
        <p:txBody>
          <a:bodyPr/>
          <a:lstStyle/>
          <a:p>
            <a:r>
              <a:rPr kumimoji="1" lang="zh-CN" altLang="en-US" dirty="0"/>
              <a:t>项目实施技术规范（二）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4234A-02FD-D846-A3ED-B1ABFA64D50E}"/>
              </a:ext>
            </a:extLst>
          </p:cNvPr>
          <p:cNvSpPr/>
          <p:nvPr/>
        </p:nvSpPr>
        <p:spPr>
          <a:xfrm>
            <a:off x="859358" y="1182389"/>
            <a:ext cx="10402200" cy="5579214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内网所有终端设备采用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DHCP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方式获取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地址，为防止私设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DHCP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服务器，需要在内网设备上部署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DHCP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 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Snooping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功能，为防止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ARP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攻击或者私设静态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地址，同时开启动态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ARP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检测功能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无线控制器采用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HA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部署模式，提供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3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个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SSID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：哑终端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SSID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（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4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个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C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类地址段）、内网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SSID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（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8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个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C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类地址段）、互联网服务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SSID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（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16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个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C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类地址段）</a:t>
            </a:r>
            <a:r>
              <a:rPr lang="zh-CN" altLang="en-US" sz="2400" b="1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（暂时不涉及）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。安全策略要求：哑终端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SSID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MAB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认证，只能访问内部网络；内网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SSID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IEEE802.1X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认证，只能访问内部网络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设备网二层架构组网，网关部署在核心交换机上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设备网核心交换机为双机，采用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HSRP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协议实现网关冗余，结合快速生成树技术实现快速收敛，指定两台核心交换机为主备根桥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设备网终端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地址采用静态配置方式，但需要在每个接入交换机端口上部署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ACL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，仅允许所分配终端的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地址访问网络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（选项）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部署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AAA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服务器，用于无线用户准入认证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066229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B8768-CE1F-0147-A376-67EC931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3" y="206606"/>
            <a:ext cx="11127317" cy="975783"/>
          </a:xfrm>
        </p:spPr>
        <p:txBody>
          <a:bodyPr/>
          <a:lstStyle/>
          <a:p>
            <a:r>
              <a:rPr kumimoji="1" lang="en-US" altLang="zh-CN" dirty="0"/>
              <a:t>IP</a:t>
            </a:r>
            <a:r>
              <a:rPr kumimoji="1" lang="zh-CN" altLang="en-US" dirty="0"/>
              <a:t>地址和</a:t>
            </a:r>
            <a:r>
              <a:rPr kumimoji="1" lang="en-US" altLang="zh-CN" dirty="0"/>
              <a:t>VLAN</a:t>
            </a:r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4234A-02FD-D846-A3ED-B1ABFA64D50E}"/>
              </a:ext>
            </a:extLst>
          </p:cNvPr>
          <p:cNvSpPr/>
          <p:nvPr/>
        </p:nvSpPr>
        <p:spPr>
          <a:xfrm>
            <a:off x="859358" y="1182389"/>
            <a:ext cx="10474389" cy="3991087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内网采用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地址段：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10.0.0.0/8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。在此地址段范围内全理分配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地址和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VLAN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（无线网络地址亦从此划出）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设备采用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地址段： 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192.168.0.0/16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。在此地址段范围内全理分配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地址和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VLAN</a:t>
            </a: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在服务器区域部署一个特定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VLAN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，实现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IPv4/6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双栈，用于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IPv6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对外服务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en-US" altLang="zh-CN" sz="2400" b="1" dirty="0">
                <a:latin typeface="华文楷体" charset="-122"/>
                <a:ea typeface="华文楷体" charset="-122"/>
              </a:rPr>
              <a:t>IP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地址分配包含设备管理地址、互联地址、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Loopback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地址、网关地址、终端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/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服务器地址等，以易管理、易记忆、易后期扩展为前提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en-US" altLang="zh-CN" sz="2400" b="1" dirty="0">
                <a:latin typeface="华文楷体" charset="-122"/>
                <a:ea typeface="华文楷体" charset="-122"/>
              </a:rPr>
              <a:t>VLAN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划分同样以易管理、易记忆、易后期扩展为前提，每个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VLAN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对应地址段是标准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C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类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30481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B8768-CE1F-0147-A376-67EC931ED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3" y="206606"/>
            <a:ext cx="11127317" cy="975783"/>
          </a:xfrm>
        </p:spPr>
        <p:txBody>
          <a:bodyPr/>
          <a:lstStyle/>
          <a:p>
            <a:r>
              <a:rPr kumimoji="1" lang="zh-CN" altLang="en-US" dirty="0"/>
              <a:t>命名规范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B4234A-02FD-D846-A3ED-B1ABFA64D50E}"/>
              </a:ext>
            </a:extLst>
          </p:cNvPr>
          <p:cNvSpPr/>
          <p:nvPr/>
        </p:nvSpPr>
        <p:spPr>
          <a:xfrm>
            <a:off x="859358" y="1182389"/>
            <a:ext cx="10474389" cy="1516563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提供设备命名规范，以易管理、易记忆为前提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提供端口描述规范，以易管理、易记忆为前提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提供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VLAN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命名规范，以易管理、易记忆为前提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287582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E3F53-564B-394E-A2B2-28A190C1C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设计要求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95B641-074F-5348-8374-20AB2F10E191}"/>
              </a:ext>
            </a:extLst>
          </p:cNvPr>
          <p:cNvSpPr/>
          <p:nvPr/>
        </p:nvSpPr>
        <p:spPr>
          <a:xfrm>
            <a:off x="859360" y="1507133"/>
            <a:ext cx="10656779" cy="3412467"/>
          </a:xfrm>
          <a:prstGeom prst="rect">
            <a:avLst/>
          </a:prstGeom>
        </p:spPr>
        <p:txBody>
          <a:bodyPr wrap="square" tIns="48000" anchor="t">
            <a:spAutoFit/>
          </a:bodyPr>
          <a:lstStyle/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以</a:t>
            </a:r>
            <a:r>
              <a:rPr lang="en-US" altLang="zh-CN" sz="2400" b="1" dirty="0">
                <a:latin typeface="华文楷体" charset="-122"/>
                <a:ea typeface="华文楷体" charset="-122"/>
              </a:rPr>
              <a:t>PPT</a:t>
            </a:r>
            <a:r>
              <a:rPr lang="zh-CN" altLang="en-US" sz="2400" b="1" dirty="0">
                <a:latin typeface="华文楷体" charset="-122"/>
                <a:ea typeface="华文楷体" charset="-122"/>
              </a:rPr>
              <a:t>形式提供整体实施方案，详细描述规划和实施细节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详细描述各技术要求实现方式，并提供配置示例或者模板</a:t>
            </a:r>
            <a:endParaRPr lang="en-US" altLang="zh-CN" sz="2400" b="1" dirty="0">
              <a:latin typeface="华文楷体" charset="-122"/>
              <a:ea typeface="华文楷体" charset="-122"/>
            </a:endParaRPr>
          </a:p>
          <a:p>
            <a:pPr indent="-38099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charset="2"/>
              <a:buChar char="§"/>
            </a:pPr>
            <a:r>
              <a:rPr lang="zh-CN" altLang="en-US" sz="2400" b="1" dirty="0">
                <a:latin typeface="华文楷体" charset="-122"/>
                <a:ea typeface="华文楷体" charset="-122"/>
              </a:rPr>
              <a:t>小组分工：</a:t>
            </a:r>
            <a:endParaRPr lang="en-US" altLang="zh-CN" sz="1600" b="1" dirty="0">
              <a:latin typeface="华文楷体" charset="-122"/>
              <a:ea typeface="华文楷体" charset="-122"/>
            </a:endParaRPr>
          </a:p>
          <a:p>
            <a:pPr marL="990610" lvl="2" indent="-4572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华文楷体" charset="-122"/>
                <a:ea typeface="华文楷体" charset="-122"/>
              </a:rPr>
              <a:t>组员</a:t>
            </a:r>
            <a:r>
              <a:rPr lang="en-US" altLang="zh-CN" sz="1600" b="1" dirty="0">
                <a:latin typeface="华文楷体" charset="-122"/>
                <a:ea typeface="华文楷体" charset="-122"/>
              </a:rPr>
              <a:t>1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项目经理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角色，统筹整个项目分工和进度，提供路由</a:t>
            </a:r>
            <a:r>
              <a:rPr lang="en-US" altLang="zh-CN" sz="1600" b="1" dirty="0">
                <a:latin typeface="华文楷体" charset="-122"/>
                <a:ea typeface="华文楷体" charset="-122"/>
              </a:rPr>
              <a:t>/</a:t>
            </a:r>
            <a:r>
              <a:rPr lang="en" altLang="zh-CN" sz="1600" b="1" dirty="0">
                <a:latin typeface="华文楷体" charset="-122"/>
                <a:ea typeface="华文楷体" charset="-122"/>
              </a:rPr>
              <a:t>IP/VLAN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等规划，汇总项目汇报材料并汇报</a:t>
            </a:r>
          </a:p>
          <a:p>
            <a:pPr marL="990610" lvl="2" indent="-4572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华文楷体" charset="-122"/>
                <a:ea typeface="华文楷体" charset="-122"/>
              </a:rPr>
              <a:t>组员</a:t>
            </a:r>
            <a:r>
              <a:rPr lang="en-US" altLang="zh-CN" sz="1600" b="1" dirty="0">
                <a:latin typeface="华文楷体" charset="-122"/>
                <a:ea typeface="华文楷体" charset="-122"/>
              </a:rPr>
              <a:t>2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内网三层网络工程师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角色，搭建内网有线网络并完成配置，并负责提供</a:t>
            </a:r>
            <a:r>
              <a:rPr lang="en" altLang="zh-CN" sz="1600" b="1" dirty="0">
                <a:latin typeface="华文楷体" charset="-122"/>
                <a:ea typeface="华文楷体" charset="-122"/>
              </a:rPr>
              <a:t>NTP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、</a:t>
            </a:r>
            <a:r>
              <a:rPr lang="en" altLang="zh-CN" sz="1600" b="1" dirty="0">
                <a:latin typeface="华文楷体" charset="-122"/>
                <a:ea typeface="华文楷体" charset="-122"/>
              </a:rPr>
              <a:t>DHCP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、</a:t>
            </a:r>
            <a:r>
              <a:rPr lang="en-US" altLang="zh-CN" sz="1600" b="1" dirty="0">
                <a:latin typeface="华文楷体" charset="-122"/>
                <a:ea typeface="华文楷体" charset="-122"/>
              </a:rPr>
              <a:t>Syslog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等配套服务，提供本部分工作汇报材料</a:t>
            </a:r>
          </a:p>
          <a:p>
            <a:pPr marL="990610" lvl="2" indent="-4572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华文楷体" charset="-122"/>
                <a:ea typeface="华文楷体" charset="-122"/>
              </a:rPr>
              <a:t>组员</a:t>
            </a:r>
            <a:r>
              <a:rPr lang="en-US" altLang="zh-CN" sz="1600" b="1" dirty="0">
                <a:latin typeface="华文楷体" charset="-122"/>
                <a:ea typeface="华文楷体" charset="-122"/>
              </a:rPr>
              <a:t>3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内网无线网络工程师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角色，搭建内网无线网络并完成配置，</a:t>
            </a:r>
            <a:r>
              <a:rPr lang="en-US" altLang="zh-CN" sz="1600" b="1" dirty="0">
                <a:latin typeface="华文楷体" charset="-122"/>
                <a:ea typeface="华文楷体" charset="-122"/>
              </a:rPr>
              <a:t>AAA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服务器搭建（选项），提供本部分工作汇报材料</a:t>
            </a:r>
          </a:p>
          <a:p>
            <a:pPr marL="990610" lvl="2" indent="-457200">
              <a:lnSpc>
                <a:spcPct val="95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华文楷体" charset="-122"/>
                <a:ea typeface="华文楷体" charset="-122"/>
              </a:rPr>
              <a:t>组员</a:t>
            </a:r>
            <a:r>
              <a:rPr lang="en-US" altLang="zh-CN" sz="1600" b="1" dirty="0">
                <a:latin typeface="华文楷体" charset="-122"/>
                <a:ea typeface="华文楷体" charset="-122"/>
              </a:rPr>
              <a:t>4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：</a:t>
            </a:r>
            <a:r>
              <a:rPr lang="zh-CN" altLang="en-US" sz="1600" b="1" dirty="0">
                <a:solidFill>
                  <a:srgbClr val="FF0000"/>
                </a:solidFill>
                <a:latin typeface="华文楷体" charset="-122"/>
                <a:ea typeface="华文楷体" charset="-122"/>
              </a:rPr>
              <a:t>设备网网络工程师</a:t>
            </a:r>
            <a:r>
              <a:rPr lang="zh-CN" altLang="en-US" sz="1600" b="1" dirty="0">
                <a:latin typeface="华文楷体" charset="-122"/>
                <a:ea typeface="华文楷体" charset="-122"/>
              </a:rPr>
              <a:t>角色，搭建设备网网络和边界防火墙并完成配置，提供本部分工作汇报材料</a:t>
            </a:r>
            <a:endParaRPr lang="en-US" altLang="zh-CN" sz="1600" b="1" dirty="0">
              <a:latin typeface="华文楷体" charset="-122"/>
              <a:ea typeface="华文楷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3806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41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lue theme 2015 16x9">
  <a:themeElements>
    <a:clrScheme name="Cisco White Template Colors_FINAL">
      <a:dk1>
        <a:srgbClr val="282828"/>
      </a:dk1>
      <a:lt1>
        <a:srgbClr val="005073"/>
      </a:lt1>
      <a:dk2>
        <a:srgbClr val="005073"/>
      </a:dk2>
      <a:lt2>
        <a:srgbClr val="FFFFFF"/>
      </a:lt2>
      <a:accent1>
        <a:srgbClr val="00BCEB"/>
      </a:accent1>
      <a:accent2>
        <a:srgbClr val="6EBE4A"/>
      </a:accent2>
      <a:accent3>
        <a:srgbClr val="005073"/>
      </a:accent3>
      <a:accent4>
        <a:srgbClr val="676767"/>
      </a:accent4>
      <a:accent5>
        <a:srgbClr val="FBAB18"/>
      </a:accent5>
      <a:accent6>
        <a:srgbClr val="E3241B"/>
      </a:accent6>
      <a:hlink>
        <a:srgbClr val="00BCEB"/>
      </a:hlink>
      <a:folHlink>
        <a:srgbClr val="005073"/>
      </a:folHlink>
    </a:clrScheme>
    <a:fontScheme name="CiscoSans True Type">
      <a:majorFont>
        <a:latin typeface="CiscoSansTT ExtraLight"/>
        <a:ea typeface=""/>
        <a:cs typeface=""/>
      </a:majorFont>
      <a:minorFont>
        <a:latin typeface="CiscoSansTT Extra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isco Corporate Template Prototype_Aug_2017" id="{4E692306-BB5E-4389-8512-B70B45577D04}" vid="{BDAD62F5-9CDD-42BF-A677-E02F4F07310C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8905</TotalTime>
  <Words>1171</Words>
  <Application>Microsoft Macintosh PowerPoint</Application>
  <PresentationFormat>宽屏</PresentationFormat>
  <Paragraphs>87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华文楷体</vt:lpstr>
      <vt:lpstr>微软雅黑</vt:lpstr>
      <vt:lpstr>Arial</vt:lpstr>
      <vt:lpstr>Calibri</vt:lpstr>
      <vt:lpstr>CiscoSansTT</vt:lpstr>
      <vt:lpstr>CiscoSansTT ExtraLight</vt:lpstr>
      <vt:lpstr>Wingdings</vt:lpstr>
      <vt:lpstr>Blue theme 2015 16x9</vt:lpstr>
      <vt:lpstr>PowerPoint 演示文稿</vt:lpstr>
      <vt:lpstr>项目背景和概要</vt:lpstr>
      <vt:lpstr>项目拓扑</vt:lpstr>
      <vt:lpstr>项目实施范围</vt:lpstr>
      <vt:lpstr>项目实施技术规范（一）</vt:lpstr>
      <vt:lpstr>项目实施技术规范（二）</vt:lpstr>
      <vt:lpstr>IP地址和VLAN</vt:lpstr>
      <vt:lpstr>命名规范</vt:lpstr>
      <vt:lpstr>设计要求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Ling Feng Lu (linglu)</dc:creator>
  <cp:lastModifiedBy>Ling Feng Lu (linglu)</cp:lastModifiedBy>
  <cp:revision>86</cp:revision>
  <dcterms:created xsi:type="dcterms:W3CDTF">2019-06-19T07:40:56Z</dcterms:created>
  <dcterms:modified xsi:type="dcterms:W3CDTF">2026-06-22T00:30:16Z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2024-06-14T07:05:50Z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791d63db-8bd5-414a-9b9d-fef3dd980407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Blue theme 2015 16x9:3</vt:lpwstr>
  </property>
  <property fmtid="{D5CDD505-2E9C-101B-9397-08002B2CF9AE}" pid="10" name="ClassificationContentMarkingFooterText">
    <vt:lpwstr>Cisco Confidential</vt:lpwstr>
  </property>
</Properties>
</file>